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ue_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flipH="1" flipV="1">
            <a:off x="0" y="4500000"/>
            <a:ext cx="10080000" cy="117000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US" sz="3300" b="0" u="none" strike="noStrike">
                <a:solidFill>
                  <a:srgbClr val="dd41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300" b="0" u="none" strike="noStrike">
              <a:solidFill>
                <a:srgbClr val="dd41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360000" y="2880000"/>
            <a:ext cx="936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Second Outline Level</a:t>
            </a:r>
            <a:endParaRPr lang="en-US" sz="21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Fourth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Fifth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Sixth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Seventh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6157624F-2477-438B-9695-849320044F9F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Blue_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flipH="1" flipV="1">
            <a:off x="0" y="4500000"/>
            <a:ext cx="10080000" cy="117000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US" sz="3300" b="0" u="none" strike="noStrike">
                <a:solidFill>
                  <a:srgbClr val="dd41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300" b="0" u="none" strike="noStrike">
              <a:solidFill>
                <a:srgbClr val="dd41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360000" y="2880000"/>
            <a:ext cx="936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Second Outline Level</a:t>
            </a:r>
            <a:endParaRPr lang="en-US" sz="21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Fourth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Fifth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Sixth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Seventh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dt" idx="4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ftr" idx="5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sldNum" idx="6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FF2A984A-DE4E-4CC6-B6E5-29C8DC229BA4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ue_Curv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>
            <a:off x="0" y="0"/>
            <a:ext cx="10076760" cy="7200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3240" y="5040000"/>
            <a:ext cx="10076760" cy="6314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US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Second Outline Level</a:t>
            </a:r>
            <a:endParaRPr lang="en-US" sz="21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Fourth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Fifth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Sixth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Seventh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7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8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9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5C62DEE4-FA37-4CDE-AB5B-F58B1E8C30AF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US" sz="3300" b="0" u="none" strike="noStrike">
                <a:solidFill>
                  <a:srgbClr val="dd4100"/>
                </a:solidFill>
                <a:effectLst/>
                <a:uFillTx/>
                <a:latin typeface="Arial"/>
              </a:rPr>
              <a:t>X-tools </a:t>
            </a:r>
            <a:r>
              <a:rPr lang="zh-CN" sz="3300" b="0" u="none" strike="noStrike">
                <a:solidFill>
                  <a:srgbClr val="dd4100"/>
                </a:solidFill>
                <a:effectLst/>
                <a:uFillTx/>
                <a:latin typeface="Arial"/>
              </a:rPr>
              <a:t>示例</a:t>
            </a:r>
            <a:endParaRPr lang="en-US" sz="3300" b="0" u="none" strike="noStrike">
              <a:solidFill>
                <a:srgbClr val="dd41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lang="en-US" sz="24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0B15AE-5B1D-488E-8FC8-2FA0EECB3522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LibreOffice/25.8.4.2$MacOSX_X86_64 LibreOffice_project/290daaa01b999472f0c7a3890eb6a550fd74c6df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2026-01-10T20:56:24Z</dcterms:created>
  <dc:creator/>
  <dc:description>This work is licensed under a Creative Commons 0 License.
It makes use of the works of kka_libo_design@ashisuto.co.jp.</dc:description>
  <dc:language>zh-CN</dc:language>
  <cp:lastModifiedBy/>
  <dcterms:modified xsi:type="dcterms:W3CDTF">2026-01-10T20:57:09Z</dcterms:modified>
  <cp:revision>2</cp:revision>
  <dc:subject/>
  <dc:title>Blue Curve</dc:title>
</cp:coreProperties>
</file>