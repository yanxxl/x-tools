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2" r:id="rId3"/>
  </p:sldMasterIdLst>
  <p:notesMasterIdLst>
    <p:notesMasterId r:id="rId7"/>
  </p:notesMasterIdLst>
  <p:sldIdLst>
    <p:sldId id="256" r:id="rId4"/>
    <p:sldId id="257" r:id="rId5"/>
    <p:sldId id="258" r:id="rId6"/>
    <p:sldId id="259" r:id="rId8"/>
  </p:sldIdLst>
  <p:sldSz cx="10080625" cy="5670550"/>
  <p:notesSz cx="7559675" cy="106914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slide" Target="slides/slide4.xml"/><Relationship Id="rId7" Type="http://schemas.openxmlformats.org/officeDocument/2006/relationships/notesMaster" Target="notesMasters/notesMaster1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5859" cy="53643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282066" y="0"/>
            <a:ext cx="3275859" cy="53643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572389" y="1336437"/>
            <a:ext cx="6414897" cy="36083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55968" y="5145282"/>
            <a:ext cx="6047740" cy="4209776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10155065"/>
            <a:ext cx="3275859" cy="53643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282066" y="10155065"/>
            <a:ext cx="3275859" cy="53643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9" Type="http://schemas.openxmlformats.org/officeDocument/2006/relationships/tags" Target="../tags/tag7.xml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tags" Target="../tags/tag4.xml"/><Relationship Id="rId5" Type="http://schemas.openxmlformats.org/officeDocument/2006/relationships/tags" Target="../tags/tag3.xml"/><Relationship Id="rId4" Type="http://schemas.openxmlformats.org/officeDocument/2006/relationships/image" Target="../media/image1.png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6" Type="http://schemas.openxmlformats.org/officeDocument/2006/relationships/tags" Target="../tags/tag12.xml"/><Relationship Id="rId5" Type="http://schemas.openxmlformats.org/officeDocument/2006/relationships/tags" Target="../tags/tag11.xml"/><Relationship Id="rId4" Type="http://schemas.openxmlformats.org/officeDocument/2006/relationships/tags" Target="../tags/tag10.xml"/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tags" Target="../tags/tag18.xml"/><Relationship Id="rId7" Type="http://schemas.openxmlformats.org/officeDocument/2006/relationships/tags" Target="../tags/tag17.xml"/><Relationship Id="rId6" Type="http://schemas.openxmlformats.org/officeDocument/2006/relationships/tags" Target="../tags/tag16.xml"/><Relationship Id="rId5" Type="http://schemas.openxmlformats.org/officeDocument/2006/relationships/image" Target="../media/image2.png"/><Relationship Id="rId4" Type="http://schemas.openxmlformats.org/officeDocument/2006/relationships/tags" Target="../tags/tag15.xml"/><Relationship Id="rId3" Type="http://schemas.openxmlformats.org/officeDocument/2006/relationships/tags" Target="../tags/tag14.xml"/><Relationship Id="rId2" Type="http://schemas.openxmlformats.org/officeDocument/2006/relationships/tags" Target="../tags/tag13.xml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9" Type="http://schemas.openxmlformats.org/officeDocument/2006/relationships/tags" Target="../tags/tag25.xml"/><Relationship Id="rId8" Type="http://schemas.openxmlformats.org/officeDocument/2006/relationships/tags" Target="../tags/tag24.xml"/><Relationship Id="rId7" Type="http://schemas.openxmlformats.org/officeDocument/2006/relationships/tags" Target="../tags/tag23.xml"/><Relationship Id="rId6" Type="http://schemas.openxmlformats.org/officeDocument/2006/relationships/tags" Target="../tags/tag22.xml"/><Relationship Id="rId5" Type="http://schemas.openxmlformats.org/officeDocument/2006/relationships/tags" Target="../tags/tag21.xml"/><Relationship Id="rId4" Type="http://schemas.openxmlformats.org/officeDocument/2006/relationships/image" Target="../media/image3.png"/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31.xml"/><Relationship Id="rId6" Type="http://schemas.openxmlformats.org/officeDocument/2006/relationships/tags" Target="../tags/tag30.xml"/><Relationship Id="rId5" Type="http://schemas.openxmlformats.org/officeDocument/2006/relationships/tags" Target="../tags/tag29.xml"/><Relationship Id="rId4" Type="http://schemas.openxmlformats.org/officeDocument/2006/relationships/tags" Target="../tags/tag28.xml"/><Relationship Id="rId3" Type="http://schemas.openxmlformats.org/officeDocument/2006/relationships/tags" Target="../tags/tag27.xml"/><Relationship Id="rId2" Type="http://schemas.openxmlformats.org/officeDocument/2006/relationships/tags" Target="../tags/tag26.xml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9" Type="http://schemas.openxmlformats.org/officeDocument/2006/relationships/tags" Target="../tags/tag39.xml"/><Relationship Id="rId8" Type="http://schemas.openxmlformats.org/officeDocument/2006/relationships/tags" Target="../tags/tag38.xml"/><Relationship Id="rId7" Type="http://schemas.openxmlformats.org/officeDocument/2006/relationships/tags" Target="../tags/tag37.xml"/><Relationship Id="rId6" Type="http://schemas.openxmlformats.org/officeDocument/2006/relationships/tags" Target="../tags/tag36.xml"/><Relationship Id="rId5" Type="http://schemas.openxmlformats.org/officeDocument/2006/relationships/tags" Target="../tags/tag35.xml"/><Relationship Id="rId4" Type="http://schemas.openxmlformats.org/officeDocument/2006/relationships/tags" Target="../tags/tag34.xml"/><Relationship Id="rId3" Type="http://schemas.openxmlformats.org/officeDocument/2006/relationships/tags" Target="../tags/tag33.xml"/><Relationship Id="rId2" Type="http://schemas.openxmlformats.org/officeDocument/2006/relationships/tags" Target="../tags/tag32.xml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43.xml"/><Relationship Id="rId4" Type="http://schemas.openxmlformats.org/officeDocument/2006/relationships/tags" Target="../tags/tag42.xml"/><Relationship Id="rId3" Type="http://schemas.openxmlformats.org/officeDocument/2006/relationships/tags" Target="../tags/tag41.xml"/><Relationship Id="rId2" Type="http://schemas.openxmlformats.org/officeDocument/2006/relationships/tags" Target="../tags/tag40.xml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4" Type="http://schemas.openxmlformats.org/officeDocument/2006/relationships/tags" Target="../tags/tag46.xml"/><Relationship Id="rId3" Type="http://schemas.openxmlformats.org/officeDocument/2006/relationships/tags" Target="../tags/tag45.xml"/><Relationship Id="rId2" Type="http://schemas.openxmlformats.org/officeDocument/2006/relationships/tags" Target="../tags/tag44.xm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5" Type="http://schemas.openxmlformats.org/officeDocument/2006/relationships/tags" Target="../tags/tag50.xml"/><Relationship Id="rId4" Type="http://schemas.openxmlformats.org/officeDocument/2006/relationships/tags" Target="../tags/tag49.xml"/><Relationship Id="rId3" Type="http://schemas.openxmlformats.org/officeDocument/2006/relationships/tags" Target="../tags/tag48.xml"/><Relationship Id="rId2" Type="http://schemas.openxmlformats.org/officeDocument/2006/relationships/tags" Target="../tags/tag47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6" Type="http://schemas.openxmlformats.org/officeDocument/2006/relationships/tags" Target="../tags/tag55.xml"/><Relationship Id="rId5" Type="http://schemas.openxmlformats.org/officeDocument/2006/relationships/tags" Target="../tags/tag54.xml"/><Relationship Id="rId4" Type="http://schemas.openxmlformats.org/officeDocument/2006/relationships/tags" Target="../tags/tag53.xml"/><Relationship Id="rId3" Type="http://schemas.openxmlformats.org/officeDocument/2006/relationships/tags" Target="../tags/tag52.xml"/><Relationship Id="rId2" Type="http://schemas.openxmlformats.org/officeDocument/2006/relationships/tags" Target="../tags/tag51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9" Type="http://schemas.openxmlformats.org/officeDocument/2006/relationships/tags" Target="../tags/tag62.xml"/><Relationship Id="rId8" Type="http://schemas.openxmlformats.org/officeDocument/2006/relationships/tags" Target="../tags/tag61.xml"/><Relationship Id="rId7" Type="http://schemas.openxmlformats.org/officeDocument/2006/relationships/tags" Target="../tags/tag60.xml"/><Relationship Id="rId6" Type="http://schemas.openxmlformats.org/officeDocument/2006/relationships/tags" Target="../tags/tag59.xml"/><Relationship Id="rId5" Type="http://schemas.openxmlformats.org/officeDocument/2006/relationships/tags" Target="../tags/tag58.xml"/><Relationship Id="rId4" Type="http://schemas.openxmlformats.org/officeDocument/2006/relationships/image" Target="../media/image4.png"/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Blue_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流程图: 文档 1"/>
          <p:cNvSpPr/>
          <p:nvPr/>
        </p:nvSpPr>
        <p:spPr>
          <a:xfrm flipH="1" flipV="1">
            <a:off x="0" y="4500000"/>
            <a:ext cx="10080000" cy="1170000"/>
          </a:xfrm>
          <a:prstGeom prst="flowChartDocumen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dist="10800" dir="5400000" rotWithShape="0">
              <a:srgbClr val="009BDD"/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90000" tIns="45000" rIns="90000" bIns="45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 panose="020B0604020202090204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title" hasCustomPrompt="1"/>
          </p:nvPr>
        </p:nvSpPr>
        <p:spPr>
          <a:xfrm>
            <a:off x="0" y="1620000"/>
            <a:ext cx="9000000" cy="10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</a:pPr>
            <a:r>
              <a:rPr lang="en-US" sz="3300" b="0" u="none" strike="noStrike">
                <a:solidFill>
                  <a:srgbClr val="DD4100"/>
                </a:solidFill>
                <a:effectLst/>
                <a:uFillTx/>
                <a:latin typeface="Arial" panose="020B0604020202090204"/>
              </a:rPr>
              <a:t>Click to edit the title text format</a:t>
            </a:r>
            <a:endParaRPr lang="en-US" sz="3300" b="0" u="none" strike="noStrike">
              <a:solidFill>
                <a:srgbClr val="DD4100"/>
              </a:solidFill>
              <a:effectLst/>
              <a:uFillTx/>
              <a:latin typeface="Arial" panose="020B0604020202090204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 hasCustomPrompt="1"/>
          </p:nvPr>
        </p:nvSpPr>
        <p:spPr>
          <a:xfrm>
            <a:off x="360000" y="2880000"/>
            <a:ext cx="9360000" cy="162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p>
            <a:pPr marL="431800" indent="-323850">
              <a:spcBef>
                <a:spcPts val="1060"/>
              </a:spcBef>
              <a:buClr>
                <a:srgbClr val="77CAEE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400" b="0" u="none" strike="noStrike">
                <a:solidFill>
                  <a:srgbClr val="009BDD"/>
                </a:solidFill>
                <a:effectLst/>
                <a:uFillTx/>
                <a:latin typeface="Arial" panose="020B0604020202090204"/>
              </a:rPr>
              <a:t>Click to edit the outline text format</a:t>
            </a:r>
            <a:endParaRPr lang="en-US" sz="2400" b="0" u="none" strike="noStrike">
              <a:solidFill>
                <a:srgbClr val="009BDD"/>
              </a:solidFill>
              <a:effectLst/>
              <a:uFillTx/>
              <a:latin typeface="Arial" panose="020B0604020202090204"/>
            </a:endParaRPr>
          </a:p>
          <a:p>
            <a:pPr marL="864235" lvl="1" indent="-323850">
              <a:spcBef>
                <a:spcPts val="850"/>
              </a:spcBef>
              <a:buClr>
                <a:srgbClr val="77CAEE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100" b="0" u="none" strike="noStrike">
                <a:solidFill>
                  <a:srgbClr val="009BDD"/>
                </a:solidFill>
                <a:effectLst/>
                <a:uFillTx/>
                <a:latin typeface="Arial" panose="020B0604020202090204"/>
              </a:rPr>
              <a:t>Second Outline Level</a:t>
            </a:r>
            <a:endParaRPr lang="en-US" sz="2100" b="0" u="none" strike="noStrike">
              <a:solidFill>
                <a:srgbClr val="009BDD"/>
              </a:solidFill>
              <a:effectLst/>
              <a:uFillTx/>
              <a:latin typeface="Arial" panose="020B0604020202090204"/>
            </a:endParaRPr>
          </a:p>
          <a:p>
            <a:pPr marL="1296035" lvl="2" indent="-288290">
              <a:spcBef>
                <a:spcPts val="635"/>
              </a:spcBef>
              <a:buClr>
                <a:srgbClr val="77CAEE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1800" b="0" u="none" strike="noStrike">
                <a:solidFill>
                  <a:srgbClr val="009BDD"/>
                </a:solidFill>
                <a:effectLst/>
                <a:uFillTx/>
                <a:latin typeface="Arial" panose="020B0604020202090204"/>
              </a:rPr>
              <a:t>Third Outline Level</a:t>
            </a:r>
            <a:endParaRPr lang="en-US" sz="1800" b="0" u="none" strike="noStrike">
              <a:solidFill>
                <a:srgbClr val="009BDD"/>
              </a:solidFill>
              <a:effectLst/>
              <a:uFillTx/>
              <a:latin typeface="Arial" panose="020B0604020202090204"/>
            </a:endParaRPr>
          </a:p>
          <a:p>
            <a:pPr marL="1727835" lvl="3" indent="-215900">
              <a:spcBef>
                <a:spcPts val="420"/>
              </a:spcBef>
              <a:buClr>
                <a:srgbClr val="77CAEE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1500" b="0" u="none" strike="noStrike">
                <a:solidFill>
                  <a:srgbClr val="009BDD"/>
                </a:solidFill>
                <a:effectLst/>
                <a:uFillTx/>
                <a:latin typeface="Arial" panose="020B0604020202090204"/>
              </a:rPr>
              <a:t>Fourth Outline Level</a:t>
            </a:r>
            <a:endParaRPr lang="en-US" sz="1500" b="0" u="none" strike="noStrike">
              <a:solidFill>
                <a:srgbClr val="009BDD"/>
              </a:solidFill>
              <a:effectLst/>
              <a:uFillTx/>
              <a:latin typeface="Arial" panose="020B0604020202090204"/>
            </a:endParaRPr>
          </a:p>
          <a:p>
            <a:pPr marL="2160270" lvl="4" indent="-215900">
              <a:spcBef>
                <a:spcPts val="210"/>
              </a:spcBef>
              <a:buClr>
                <a:srgbClr val="77CAEE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1500" b="0" u="none" strike="noStrike">
                <a:solidFill>
                  <a:srgbClr val="009BDD"/>
                </a:solidFill>
                <a:effectLst/>
                <a:uFillTx/>
                <a:latin typeface="Arial" panose="020B0604020202090204"/>
              </a:rPr>
              <a:t>Fifth Outline Level</a:t>
            </a:r>
            <a:endParaRPr lang="en-US" sz="1500" b="0" u="none" strike="noStrike">
              <a:solidFill>
                <a:srgbClr val="009BDD"/>
              </a:solidFill>
              <a:effectLst/>
              <a:uFillTx/>
              <a:latin typeface="Arial" panose="020B0604020202090204"/>
            </a:endParaRPr>
          </a:p>
          <a:p>
            <a:pPr marL="2592070" lvl="5" indent="-215900">
              <a:spcBef>
                <a:spcPts val="210"/>
              </a:spcBef>
              <a:buClr>
                <a:srgbClr val="77CAEE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1500" b="0" u="none" strike="noStrike">
                <a:solidFill>
                  <a:srgbClr val="009BDD"/>
                </a:solidFill>
                <a:effectLst/>
                <a:uFillTx/>
                <a:latin typeface="Arial" panose="020B0604020202090204"/>
              </a:rPr>
              <a:t>Sixth Outline Level</a:t>
            </a:r>
            <a:endParaRPr lang="en-US" sz="1500" b="0" u="none" strike="noStrike">
              <a:solidFill>
                <a:srgbClr val="009BDD"/>
              </a:solidFill>
              <a:effectLst/>
              <a:uFillTx/>
              <a:latin typeface="Arial" panose="020B0604020202090204"/>
            </a:endParaRPr>
          </a:p>
          <a:p>
            <a:pPr marL="3023870" lvl="6" indent="-215900">
              <a:spcBef>
                <a:spcPts val="210"/>
              </a:spcBef>
              <a:buClr>
                <a:srgbClr val="77CAEE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1500" b="0" u="none" strike="noStrike">
                <a:solidFill>
                  <a:srgbClr val="009BDD"/>
                </a:solidFill>
                <a:effectLst/>
                <a:uFillTx/>
                <a:latin typeface="Arial" panose="020B0604020202090204"/>
              </a:rPr>
              <a:t>Seventh Outline Level</a:t>
            </a:r>
            <a:endParaRPr lang="en-US" sz="1500" b="0" u="none" strike="noStrike">
              <a:solidFill>
                <a:srgbClr val="009BDD"/>
              </a:solidFill>
              <a:effectLst/>
              <a:uFillTx/>
              <a:latin typeface="Arial" panose="020B0604020202090204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dt" idx="1"/>
          </p:nvPr>
        </p:nvSpPr>
        <p:spPr>
          <a:xfrm>
            <a:off x="36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 panose="020B0604020202090204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 panose="020B0604020202090204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 panose="020B0604020202090204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ftr" idx="2"/>
          </p:nvPr>
        </p:nvSpPr>
        <p:spPr>
          <a:xfrm>
            <a:off x="3420000" y="5220000"/>
            <a:ext cx="32400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 panose="020B0604020202090204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 panose="020B0604020202090204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 panose="020B0604020202090204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sldNum" idx="3"/>
          </p:nvPr>
        </p:nvSpPr>
        <p:spPr>
          <a:xfrm>
            <a:off x="738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 panose="020B0604020202090204"/>
              </a:defRPr>
            </a:lvl1pPr>
          </a:lstStyle>
          <a:p>
            <a:pPr indent="0" algn="r">
              <a:buNone/>
            </a:pPr>
            <a:fld id="{6157624F-2477-438B-9695-849320044F9F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 panose="020B0604020202090204"/>
              </a:rPr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Arial" panose="020B0604020202090204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lue_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流程图: 文档 1"/>
          <p:cNvSpPr/>
          <p:nvPr/>
        </p:nvSpPr>
        <p:spPr>
          <a:xfrm flipH="1" flipV="1">
            <a:off x="0" y="4500000"/>
            <a:ext cx="10080000" cy="1170000"/>
          </a:xfrm>
          <a:prstGeom prst="flowChartDocumen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dist="10800" dir="5400000" rotWithShape="0">
              <a:srgbClr val="009BDD"/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90000" tIns="45000" rIns="90000" bIns="45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 panose="020B0604020202090204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 hasCustomPrompt="1"/>
          </p:nvPr>
        </p:nvSpPr>
        <p:spPr>
          <a:xfrm>
            <a:off x="0" y="1620000"/>
            <a:ext cx="9000000" cy="10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</a:pPr>
            <a:r>
              <a:rPr lang="en-US" sz="3300" b="0" u="none" strike="noStrike">
                <a:solidFill>
                  <a:srgbClr val="DD4100"/>
                </a:solidFill>
                <a:effectLst/>
                <a:uFillTx/>
                <a:latin typeface="Arial" panose="020B0604020202090204"/>
              </a:rPr>
              <a:t>Click to edit the title text format</a:t>
            </a:r>
            <a:endParaRPr lang="en-US" sz="3300" b="0" u="none" strike="noStrike">
              <a:solidFill>
                <a:srgbClr val="DD4100"/>
              </a:solidFill>
              <a:effectLst/>
              <a:uFillTx/>
              <a:latin typeface="Arial" panose="020B0604020202090204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 hasCustomPrompt="1"/>
          </p:nvPr>
        </p:nvSpPr>
        <p:spPr>
          <a:xfrm>
            <a:off x="360000" y="2880000"/>
            <a:ext cx="9360000" cy="162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p>
            <a:pPr marL="431800" indent="-323850">
              <a:spcBef>
                <a:spcPts val="1060"/>
              </a:spcBef>
              <a:buClr>
                <a:srgbClr val="77CAEE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400" b="0" u="none" strike="noStrike">
                <a:solidFill>
                  <a:srgbClr val="009BDD"/>
                </a:solidFill>
                <a:effectLst/>
                <a:uFillTx/>
                <a:latin typeface="Arial" panose="020B0604020202090204"/>
              </a:rPr>
              <a:t>Click to edit the outline text format</a:t>
            </a:r>
            <a:endParaRPr lang="en-US" sz="2400" b="0" u="none" strike="noStrike">
              <a:solidFill>
                <a:srgbClr val="009BDD"/>
              </a:solidFill>
              <a:effectLst/>
              <a:uFillTx/>
              <a:latin typeface="Arial" panose="020B0604020202090204"/>
            </a:endParaRPr>
          </a:p>
          <a:p>
            <a:pPr marL="864235" lvl="1" indent="-323850">
              <a:spcBef>
                <a:spcPts val="850"/>
              </a:spcBef>
              <a:buClr>
                <a:srgbClr val="77CAEE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100" b="0" u="none" strike="noStrike">
                <a:solidFill>
                  <a:srgbClr val="009BDD"/>
                </a:solidFill>
                <a:effectLst/>
                <a:uFillTx/>
                <a:latin typeface="Arial" panose="020B0604020202090204"/>
              </a:rPr>
              <a:t>Second Outline Level</a:t>
            </a:r>
            <a:endParaRPr lang="en-US" sz="2100" b="0" u="none" strike="noStrike">
              <a:solidFill>
                <a:srgbClr val="009BDD"/>
              </a:solidFill>
              <a:effectLst/>
              <a:uFillTx/>
              <a:latin typeface="Arial" panose="020B0604020202090204"/>
            </a:endParaRPr>
          </a:p>
          <a:p>
            <a:pPr marL="1296035" lvl="2" indent="-288290">
              <a:spcBef>
                <a:spcPts val="635"/>
              </a:spcBef>
              <a:buClr>
                <a:srgbClr val="77CAEE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1800" b="0" u="none" strike="noStrike">
                <a:solidFill>
                  <a:srgbClr val="009BDD"/>
                </a:solidFill>
                <a:effectLst/>
                <a:uFillTx/>
                <a:latin typeface="Arial" panose="020B0604020202090204"/>
              </a:rPr>
              <a:t>Third Outline Level</a:t>
            </a:r>
            <a:endParaRPr lang="en-US" sz="1800" b="0" u="none" strike="noStrike">
              <a:solidFill>
                <a:srgbClr val="009BDD"/>
              </a:solidFill>
              <a:effectLst/>
              <a:uFillTx/>
              <a:latin typeface="Arial" panose="020B0604020202090204"/>
            </a:endParaRPr>
          </a:p>
          <a:p>
            <a:pPr marL="1727835" lvl="3" indent="-215900">
              <a:spcBef>
                <a:spcPts val="420"/>
              </a:spcBef>
              <a:buClr>
                <a:srgbClr val="77CAEE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1500" b="0" u="none" strike="noStrike">
                <a:solidFill>
                  <a:srgbClr val="009BDD"/>
                </a:solidFill>
                <a:effectLst/>
                <a:uFillTx/>
                <a:latin typeface="Arial" panose="020B0604020202090204"/>
              </a:rPr>
              <a:t>Fourth Outline Level</a:t>
            </a:r>
            <a:endParaRPr lang="en-US" sz="1500" b="0" u="none" strike="noStrike">
              <a:solidFill>
                <a:srgbClr val="009BDD"/>
              </a:solidFill>
              <a:effectLst/>
              <a:uFillTx/>
              <a:latin typeface="Arial" panose="020B0604020202090204"/>
            </a:endParaRPr>
          </a:p>
          <a:p>
            <a:pPr marL="2160270" lvl="4" indent="-215900">
              <a:spcBef>
                <a:spcPts val="210"/>
              </a:spcBef>
              <a:buClr>
                <a:srgbClr val="77CAEE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1500" b="0" u="none" strike="noStrike">
                <a:solidFill>
                  <a:srgbClr val="009BDD"/>
                </a:solidFill>
                <a:effectLst/>
                <a:uFillTx/>
                <a:latin typeface="Arial" panose="020B0604020202090204"/>
              </a:rPr>
              <a:t>Fifth Outline Level</a:t>
            </a:r>
            <a:endParaRPr lang="en-US" sz="1500" b="0" u="none" strike="noStrike">
              <a:solidFill>
                <a:srgbClr val="009BDD"/>
              </a:solidFill>
              <a:effectLst/>
              <a:uFillTx/>
              <a:latin typeface="Arial" panose="020B0604020202090204"/>
            </a:endParaRPr>
          </a:p>
          <a:p>
            <a:pPr marL="2592070" lvl="5" indent="-215900">
              <a:spcBef>
                <a:spcPts val="210"/>
              </a:spcBef>
              <a:buClr>
                <a:srgbClr val="77CAEE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1500" b="0" u="none" strike="noStrike">
                <a:solidFill>
                  <a:srgbClr val="009BDD"/>
                </a:solidFill>
                <a:effectLst/>
                <a:uFillTx/>
                <a:latin typeface="Arial" panose="020B0604020202090204"/>
              </a:rPr>
              <a:t>Sixth Outline Level</a:t>
            </a:r>
            <a:endParaRPr lang="en-US" sz="1500" b="0" u="none" strike="noStrike">
              <a:solidFill>
                <a:srgbClr val="009BDD"/>
              </a:solidFill>
              <a:effectLst/>
              <a:uFillTx/>
              <a:latin typeface="Arial" panose="020B0604020202090204"/>
            </a:endParaRPr>
          </a:p>
          <a:p>
            <a:pPr marL="3023870" lvl="6" indent="-215900">
              <a:spcBef>
                <a:spcPts val="210"/>
              </a:spcBef>
              <a:buClr>
                <a:srgbClr val="77CAEE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1500" b="0" u="none" strike="noStrike">
                <a:solidFill>
                  <a:srgbClr val="009BDD"/>
                </a:solidFill>
                <a:effectLst/>
                <a:uFillTx/>
                <a:latin typeface="Arial" panose="020B0604020202090204"/>
              </a:rPr>
              <a:t>Seventh Outline Level</a:t>
            </a:r>
            <a:endParaRPr lang="en-US" sz="1500" b="0" u="none" strike="noStrike">
              <a:solidFill>
                <a:srgbClr val="009BDD"/>
              </a:solidFill>
              <a:effectLst/>
              <a:uFillTx/>
              <a:latin typeface="Arial" panose="020B0604020202090204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dt" idx="4"/>
          </p:nvPr>
        </p:nvSpPr>
        <p:spPr>
          <a:xfrm>
            <a:off x="36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 panose="020B0604020202090204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 panose="020B0604020202090204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 panose="020B0604020202090204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ftr" idx="5"/>
          </p:nvPr>
        </p:nvSpPr>
        <p:spPr>
          <a:xfrm>
            <a:off x="3420000" y="5220000"/>
            <a:ext cx="32400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 panose="020B0604020202090204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 panose="020B0604020202090204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 panose="020B0604020202090204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sldNum" idx="6"/>
          </p:nvPr>
        </p:nvSpPr>
        <p:spPr>
          <a:xfrm>
            <a:off x="738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 panose="020B0604020202090204"/>
              </a:defRPr>
            </a:lvl1pPr>
          </a:lstStyle>
          <a:p>
            <a:pPr indent="0" algn="r">
              <a:buNone/>
            </a:pPr>
            <a:fld id="{FF2A984A-DE4E-4CC6-B6E5-29C8DC229BA4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 panose="020B0604020202090204"/>
              </a:rPr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Arial" panose="020B0604020202090204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Blue_Curv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/>
          <p:nvPr/>
        </p:nvSpPr>
        <p:spPr>
          <a:xfrm>
            <a:off x="0" y="0"/>
            <a:ext cx="10076760" cy="720000"/>
          </a:xfrm>
          <a:prstGeom prst="rec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dist="10800" dir="5400000" rotWithShape="0">
              <a:srgbClr val="009BDD"/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90000" tIns="45000" rIns="90000" bIns="45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 panose="020B0604020202090204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3240" y="5040000"/>
            <a:ext cx="10076760" cy="631440"/>
          </a:xfrm>
          <a:prstGeom prst="rec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dist="10800" dir="5400000" rotWithShape="0">
              <a:srgbClr val="009BDD"/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wrap="none" lIns="90000" tIns="45000" rIns="90000" bIns="45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 panose="020B0604020202090204"/>
            </a:endParaRPr>
          </a:p>
        </p:txBody>
      </p:sp>
      <p:sp>
        <p:nvSpPr>
          <p:cNvPr id="15" name="PlaceHolder 1"/>
          <p:cNvSpPr>
            <a:spLocks noGrp="1"/>
          </p:cNvSpPr>
          <p:nvPr>
            <p:ph type="title" hasCustomPrompt="1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</a:pPr>
            <a:r>
              <a:rPr lang="en-US" sz="3300" b="0" u="none" strike="noStrike">
                <a:solidFill>
                  <a:srgbClr val="EEEEEE"/>
                </a:solidFill>
                <a:effectLst/>
                <a:uFillTx/>
                <a:latin typeface="Arial" panose="020B0604020202090204"/>
              </a:rPr>
              <a:t>Click to edit the title text format</a:t>
            </a:r>
            <a:endParaRPr lang="en-US" sz="3300" b="0" u="none" strike="noStrike">
              <a:solidFill>
                <a:srgbClr val="EEEEEE"/>
              </a:solidFill>
              <a:effectLst/>
              <a:uFillTx/>
              <a:latin typeface="Arial" panose="020B0604020202090204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 hasCustomPrompt="1"/>
          </p:nvPr>
        </p:nvSpPr>
        <p:spPr>
          <a:xfrm>
            <a:off x="360000" y="1080000"/>
            <a:ext cx="9360000" cy="36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431800" indent="-323850">
              <a:spcBef>
                <a:spcPts val="1060"/>
              </a:spcBef>
              <a:buClr>
                <a:srgbClr val="77CAEE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400" b="0" u="none" strike="noStrike">
                <a:solidFill>
                  <a:srgbClr val="009BDD"/>
                </a:solidFill>
                <a:effectLst/>
                <a:uFillTx/>
                <a:latin typeface="Arial" panose="020B0604020202090204"/>
              </a:rPr>
              <a:t>Click to edit the outline text format</a:t>
            </a:r>
            <a:endParaRPr lang="en-US" sz="2400" b="0" u="none" strike="noStrike">
              <a:solidFill>
                <a:srgbClr val="009BDD"/>
              </a:solidFill>
              <a:effectLst/>
              <a:uFillTx/>
              <a:latin typeface="Arial" panose="020B0604020202090204"/>
            </a:endParaRPr>
          </a:p>
          <a:p>
            <a:pPr marL="864235" lvl="1" indent="-323850">
              <a:spcBef>
                <a:spcPts val="850"/>
              </a:spcBef>
              <a:buClr>
                <a:srgbClr val="77CAEE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100" b="0" u="none" strike="noStrike">
                <a:solidFill>
                  <a:srgbClr val="009BDD"/>
                </a:solidFill>
                <a:effectLst/>
                <a:uFillTx/>
                <a:latin typeface="Arial" panose="020B0604020202090204"/>
              </a:rPr>
              <a:t>Second Outline Level</a:t>
            </a:r>
            <a:endParaRPr lang="en-US" sz="2100" b="0" u="none" strike="noStrike">
              <a:solidFill>
                <a:srgbClr val="009BDD"/>
              </a:solidFill>
              <a:effectLst/>
              <a:uFillTx/>
              <a:latin typeface="Arial" panose="020B0604020202090204"/>
            </a:endParaRPr>
          </a:p>
          <a:p>
            <a:pPr marL="1296035" lvl="2" indent="-288290">
              <a:spcBef>
                <a:spcPts val="635"/>
              </a:spcBef>
              <a:buClr>
                <a:srgbClr val="77CAEE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1800" b="0" u="none" strike="noStrike">
                <a:solidFill>
                  <a:srgbClr val="009BDD"/>
                </a:solidFill>
                <a:effectLst/>
                <a:uFillTx/>
                <a:latin typeface="Arial" panose="020B0604020202090204"/>
              </a:rPr>
              <a:t>Third Outline Level</a:t>
            </a:r>
            <a:endParaRPr lang="en-US" sz="1800" b="0" u="none" strike="noStrike">
              <a:solidFill>
                <a:srgbClr val="009BDD"/>
              </a:solidFill>
              <a:effectLst/>
              <a:uFillTx/>
              <a:latin typeface="Arial" panose="020B0604020202090204"/>
            </a:endParaRPr>
          </a:p>
          <a:p>
            <a:pPr marL="1727835" lvl="3" indent="-215900">
              <a:spcBef>
                <a:spcPts val="420"/>
              </a:spcBef>
              <a:buClr>
                <a:srgbClr val="77CAEE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1500" b="0" u="none" strike="noStrike">
                <a:solidFill>
                  <a:srgbClr val="009BDD"/>
                </a:solidFill>
                <a:effectLst/>
                <a:uFillTx/>
                <a:latin typeface="Arial" panose="020B0604020202090204"/>
              </a:rPr>
              <a:t>Fourth Outline Level</a:t>
            </a:r>
            <a:endParaRPr lang="en-US" sz="1500" b="0" u="none" strike="noStrike">
              <a:solidFill>
                <a:srgbClr val="009BDD"/>
              </a:solidFill>
              <a:effectLst/>
              <a:uFillTx/>
              <a:latin typeface="Arial" panose="020B0604020202090204"/>
            </a:endParaRPr>
          </a:p>
          <a:p>
            <a:pPr marL="2160270" lvl="4" indent="-215900">
              <a:spcBef>
                <a:spcPts val="210"/>
              </a:spcBef>
              <a:buClr>
                <a:srgbClr val="77CAEE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1500" b="0" u="none" strike="noStrike">
                <a:solidFill>
                  <a:srgbClr val="009BDD"/>
                </a:solidFill>
                <a:effectLst/>
                <a:uFillTx/>
                <a:latin typeface="Arial" panose="020B0604020202090204"/>
              </a:rPr>
              <a:t>Fifth Outline Level</a:t>
            </a:r>
            <a:endParaRPr lang="en-US" sz="1500" b="0" u="none" strike="noStrike">
              <a:solidFill>
                <a:srgbClr val="009BDD"/>
              </a:solidFill>
              <a:effectLst/>
              <a:uFillTx/>
              <a:latin typeface="Arial" panose="020B0604020202090204"/>
            </a:endParaRPr>
          </a:p>
          <a:p>
            <a:pPr marL="2592070" lvl="5" indent="-215900">
              <a:spcBef>
                <a:spcPts val="210"/>
              </a:spcBef>
              <a:buClr>
                <a:srgbClr val="77CAEE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1500" b="0" u="none" strike="noStrike">
                <a:solidFill>
                  <a:srgbClr val="009BDD"/>
                </a:solidFill>
                <a:effectLst/>
                <a:uFillTx/>
                <a:latin typeface="Arial" panose="020B0604020202090204"/>
              </a:rPr>
              <a:t>Sixth Outline Level</a:t>
            </a:r>
            <a:endParaRPr lang="en-US" sz="1500" b="0" u="none" strike="noStrike">
              <a:solidFill>
                <a:srgbClr val="009BDD"/>
              </a:solidFill>
              <a:effectLst/>
              <a:uFillTx/>
              <a:latin typeface="Arial" panose="020B0604020202090204"/>
            </a:endParaRPr>
          </a:p>
          <a:p>
            <a:pPr marL="3023870" lvl="6" indent="-215900">
              <a:spcBef>
                <a:spcPts val="210"/>
              </a:spcBef>
              <a:buClr>
                <a:srgbClr val="77CAEE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1500" b="0" u="none" strike="noStrike">
                <a:solidFill>
                  <a:srgbClr val="009BDD"/>
                </a:solidFill>
                <a:effectLst/>
                <a:uFillTx/>
                <a:latin typeface="Arial" panose="020B0604020202090204"/>
              </a:rPr>
              <a:t>Seventh Outline Level</a:t>
            </a:r>
            <a:endParaRPr lang="en-US" sz="1500" b="0" u="none" strike="noStrike">
              <a:solidFill>
                <a:srgbClr val="009BDD"/>
              </a:solidFill>
              <a:effectLst/>
              <a:uFillTx/>
              <a:latin typeface="Arial" panose="020B0604020202090204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dt" idx="7"/>
          </p:nvPr>
        </p:nvSpPr>
        <p:spPr>
          <a:xfrm>
            <a:off x="36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 panose="020B0604020202090204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 panose="020B0604020202090204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 panose="020B0604020202090204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ftr" idx="8"/>
          </p:nvPr>
        </p:nvSpPr>
        <p:spPr>
          <a:xfrm>
            <a:off x="3420000" y="5220000"/>
            <a:ext cx="32400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 panose="020B0604020202090204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 panose="020B0604020202090204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 panose="020B0604020202090204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9"/>
          </p:nvPr>
        </p:nvSpPr>
        <p:spPr>
          <a:xfrm>
            <a:off x="738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 panose="020B0604020202090204"/>
              </a:defRPr>
            </a:lvl1pPr>
          </a:lstStyle>
          <a:p>
            <a:pPr indent="0" algn="r">
              <a:buNone/>
            </a:pPr>
            <a:fld id="{5C62DEE4-FA37-4CDE-AB5B-F58B1E8C30AF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 panose="020B0604020202090204"/>
              </a:rPr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Arial" panose="020B0604020202090204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任意多边形: 形状 7"/>
          <p:cNvSpPr/>
          <p:nvPr userDrawn="1">
            <p:custDataLst>
              <p:tags r:id="rId2"/>
            </p:custDataLst>
          </p:nvPr>
        </p:nvSpPr>
        <p:spPr>
          <a:xfrm>
            <a:off x="5007207" y="683281"/>
            <a:ext cx="4885939" cy="4790557"/>
          </a:xfrm>
          <a:custGeom>
            <a:avLst/>
            <a:gdLst>
              <a:gd name="connsiteX0" fmla="*/ 3879682 w 5909293"/>
              <a:gd name="connsiteY0" fmla="*/ 175 h 5793934"/>
              <a:gd name="connsiteX1" fmla="*/ 4334567 w 5909293"/>
              <a:gd name="connsiteY1" fmla="*/ 60453 h 5793934"/>
              <a:gd name="connsiteX2" fmla="*/ 5246308 w 5909293"/>
              <a:gd name="connsiteY2" fmla="*/ 1122598 h 5793934"/>
              <a:gd name="connsiteX3" fmla="*/ 5872742 w 5909293"/>
              <a:gd name="connsiteY3" fmla="*/ 3288868 h 5793934"/>
              <a:gd name="connsiteX4" fmla="*/ 5819651 w 5909293"/>
              <a:gd name="connsiteY4" fmla="*/ 4125030 h 5793934"/>
              <a:gd name="connsiteX5" fmla="*/ 5157837 w 5909293"/>
              <a:gd name="connsiteY5" fmla="*/ 4912778 h 5793934"/>
              <a:gd name="connsiteX6" fmla="*/ 3379536 w 5909293"/>
              <a:gd name="connsiteY6" fmla="*/ 5735681 h 5793934"/>
              <a:gd name="connsiteX7" fmla="*/ 2078353 w 5909293"/>
              <a:gd name="connsiteY7" fmla="*/ 5726438 h 5793934"/>
              <a:gd name="connsiteX8" fmla="*/ 1489530 w 5909293"/>
              <a:gd name="connsiteY8" fmla="*/ 5363600 h 5793934"/>
              <a:gd name="connsiteX9" fmla="*/ 1035251 w 5909293"/>
              <a:gd name="connsiteY9" fmla="*/ 4220617 h 5793934"/>
              <a:gd name="connsiteX10" fmla="*/ 602247 w 5909293"/>
              <a:gd name="connsiteY10" fmla="*/ 3634929 h 5793934"/>
              <a:gd name="connsiteX11" fmla="*/ 169546 w 5909293"/>
              <a:gd name="connsiteY11" fmla="*/ 2942699 h 5793934"/>
              <a:gd name="connsiteX12" fmla="*/ 652478 w 5909293"/>
              <a:gd name="connsiteY12" fmla="*/ 842508 h 5793934"/>
              <a:gd name="connsiteX13" fmla="*/ 1316613 w 5909293"/>
              <a:gd name="connsiteY13" fmla="*/ 445895 h 5793934"/>
              <a:gd name="connsiteX14" fmla="*/ 1375567 w 5909293"/>
              <a:gd name="connsiteY14" fmla="*/ 424437 h 5793934"/>
              <a:gd name="connsiteX15" fmla="*/ 3408460 w 5909293"/>
              <a:gd name="connsiteY15" fmla="*/ 39296 h 5793934"/>
              <a:gd name="connsiteX16" fmla="*/ 3879682 w 5909293"/>
              <a:gd name="connsiteY16" fmla="*/ 175 h 5793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5909293" h="5793934">
                <a:moveTo>
                  <a:pt x="3879682" y="175"/>
                </a:moveTo>
                <a:cubicBezTo>
                  <a:pt x="4036099" y="-1809"/>
                  <a:pt x="4189792" y="12773"/>
                  <a:pt x="4334567" y="60453"/>
                </a:cubicBezTo>
                <a:cubicBezTo>
                  <a:pt x="4813657" y="215756"/>
                  <a:pt x="5066087" y="681130"/>
                  <a:pt x="5246308" y="1122598"/>
                </a:cubicBezTo>
                <a:cubicBezTo>
                  <a:pt x="5530593" y="1818660"/>
                  <a:pt x="5740779" y="2546018"/>
                  <a:pt x="5872742" y="3288868"/>
                </a:cubicBezTo>
                <a:cubicBezTo>
                  <a:pt x="5918136" y="3538857"/>
                  <a:pt x="5941127" y="3794404"/>
                  <a:pt x="5819651" y="4125030"/>
                </a:cubicBezTo>
                <a:cubicBezTo>
                  <a:pt x="5698175" y="4455657"/>
                  <a:pt x="5555500" y="4602769"/>
                  <a:pt x="5157837" y="4912778"/>
                </a:cubicBezTo>
                <a:cubicBezTo>
                  <a:pt x="4760174" y="5222787"/>
                  <a:pt x="3749504" y="5653807"/>
                  <a:pt x="3379536" y="5735681"/>
                </a:cubicBezTo>
                <a:cubicBezTo>
                  <a:pt x="3009569" y="5817556"/>
                  <a:pt x="2330918" y="5811898"/>
                  <a:pt x="2078353" y="5726438"/>
                </a:cubicBezTo>
                <a:cubicBezTo>
                  <a:pt x="1825789" y="5640979"/>
                  <a:pt x="1633575" y="5511056"/>
                  <a:pt x="1489530" y="5363600"/>
                </a:cubicBezTo>
                <a:cubicBezTo>
                  <a:pt x="1194462" y="5065173"/>
                  <a:pt x="1220104" y="4592041"/>
                  <a:pt x="1035251" y="4220617"/>
                </a:cubicBezTo>
                <a:cubicBezTo>
                  <a:pt x="929927" y="4002824"/>
                  <a:pt x="753122" y="3825759"/>
                  <a:pt x="602247" y="3634929"/>
                </a:cubicBezTo>
                <a:cubicBezTo>
                  <a:pt x="430739" y="3418728"/>
                  <a:pt x="291908" y="3187171"/>
                  <a:pt x="169546" y="2942699"/>
                </a:cubicBezTo>
                <a:cubicBezTo>
                  <a:pt x="-176217" y="2249976"/>
                  <a:pt x="17688" y="1398039"/>
                  <a:pt x="652478" y="842508"/>
                </a:cubicBezTo>
                <a:cubicBezTo>
                  <a:pt x="844971" y="671207"/>
                  <a:pt x="1070014" y="535650"/>
                  <a:pt x="1316613" y="445895"/>
                </a:cubicBezTo>
                <a:cubicBezTo>
                  <a:pt x="1336025" y="438830"/>
                  <a:pt x="1354717" y="432026"/>
                  <a:pt x="1375567" y="424437"/>
                </a:cubicBezTo>
                <a:cubicBezTo>
                  <a:pt x="2029851" y="208795"/>
                  <a:pt x="2725822" y="123350"/>
                  <a:pt x="3408460" y="39296"/>
                </a:cubicBezTo>
                <a:cubicBezTo>
                  <a:pt x="3564127" y="20711"/>
                  <a:pt x="3723266" y="2160"/>
                  <a:pt x="3879682" y="175"/>
                </a:cubicBez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txBody>
          <a:bodyPr vert="horz" wrap="square" lIns="75604" tIns="37802" rIns="75604" bIns="37802" numCol="1" anchor="t" anchorCtr="0" compatLnSpc="1"/>
          <a:lstStyle/>
          <a:p>
            <a:pPr lvl="0"/>
            <a:endParaRPr lang="zh-CN" altLang="en-US" sz="1490">
              <a:solidFill>
                <a:schemeClr val="tx1"/>
              </a:solidFill>
            </a:endParaRPr>
          </a:p>
        </p:txBody>
      </p:sp>
      <p:pic>
        <p:nvPicPr>
          <p:cNvPr id="27" name="图片 26" descr="无人机5资源 1@600x-8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4493229" y="1387235"/>
            <a:ext cx="5492891" cy="4283216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5"/>
            </p:custDataLst>
          </p:nvPr>
        </p:nvSpPr>
        <p:spPr>
          <a:xfrm>
            <a:off x="581211" y="1079042"/>
            <a:ext cx="4459101" cy="1779860"/>
          </a:xfrm>
        </p:spPr>
        <p:txBody>
          <a:bodyPr wrap="square" anchor="b" anchorCtr="0">
            <a:normAutofit/>
          </a:bodyPr>
          <a:lstStyle>
            <a:lvl1pPr algn="l">
              <a:lnSpc>
                <a:spcPct val="100000"/>
              </a:lnSpc>
              <a:defRPr sz="4465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编辑母版标题</a:t>
            </a:r>
            <a:endParaRPr lang="zh-CN" altLang="en-US" dirty="0"/>
          </a:p>
        </p:txBody>
      </p:sp>
      <p:sp>
        <p:nvSpPr>
          <p:cNvPr id="24" name="文本占位符 23"/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580161" y="3092541"/>
            <a:ext cx="2382073" cy="47988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490" b="0">
                <a:solidFill>
                  <a:schemeClr val="lt1">
                    <a:lumMod val="100000"/>
                  </a:schemeClr>
                </a:solidFill>
              </a:defRPr>
            </a:lvl1pPr>
          </a:lstStyle>
          <a:p>
            <a:r>
              <a:rPr lang="zh-CN" altLang="en-US" dirty="0"/>
              <a:t>汇报人：</a:t>
            </a:r>
            <a:r>
              <a:rPr lang="en-US" altLang="zh-CN" dirty="0"/>
              <a:t>WPS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8"/>
            <p:custDataLst>
              <p:tags r:id="rId7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9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20"/>
            <p:custDataLst>
              <p:tags r:id="rId9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574911" y="1055415"/>
            <a:ext cx="8929253" cy="4052726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7" name="标题 6"/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/>
        <p:txBody>
          <a:bodyPr vert="horz" wrap="square" lIns="0" tIns="0" rIns="0" bIns="0" rtlCol="0" anchor="b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645" b="1" i="0" u="none" strike="noStrike" kern="1200" cap="none" spc="0" normalizeH="0" baseline="0" noProof="1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11" name="日期占位符 10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12" name="页脚占位符 11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3" name="灯片编号占位符 12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 6"/>
          <p:cNvSpPr/>
          <p:nvPr>
            <p:custDataLst>
              <p:tags r:id="rId2"/>
            </p:custDataLst>
          </p:nvPr>
        </p:nvSpPr>
        <p:spPr bwMode="auto">
          <a:xfrm>
            <a:off x="692518" y="2739719"/>
            <a:ext cx="3284079" cy="2913406"/>
          </a:xfrm>
          <a:custGeom>
            <a:avLst/>
            <a:gdLst>
              <a:gd name="T0" fmla="*/ 1557 w 2458"/>
              <a:gd name="T1" fmla="*/ 0 h 2180"/>
              <a:gd name="T2" fmla="*/ 1529 w 2458"/>
              <a:gd name="T3" fmla="*/ 0 h 2180"/>
              <a:gd name="T4" fmla="*/ 618 w 2458"/>
              <a:gd name="T5" fmla="*/ 140 h 2180"/>
              <a:gd name="T6" fmla="*/ 233 w 2458"/>
              <a:gd name="T7" fmla="*/ 281 h 2180"/>
              <a:gd name="T8" fmla="*/ 13 w 2458"/>
              <a:gd name="T9" fmla="*/ 831 h 2180"/>
              <a:gd name="T10" fmla="*/ 81 w 2458"/>
              <a:gd name="T11" fmla="*/ 1775 h 2180"/>
              <a:gd name="T12" fmla="*/ 215 w 2458"/>
              <a:gd name="T13" fmla="*/ 2066 h 2180"/>
              <a:gd name="T14" fmla="*/ 645 w 2458"/>
              <a:gd name="T15" fmla="*/ 2180 h 2180"/>
              <a:gd name="T16" fmla="*/ 1805 w 2458"/>
              <a:gd name="T17" fmla="*/ 2180 h 2180"/>
              <a:gd name="T18" fmla="*/ 2036 w 2458"/>
              <a:gd name="T19" fmla="*/ 2135 h 2180"/>
              <a:gd name="T20" fmla="*/ 2235 w 2458"/>
              <a:gd name="T21" fmla="*/ 1964 h 2180"/>
              <a:gd name="T22" fmla="*/ 2251 w 2458"/>
              <a:gd name="T23" fmla="*/ 1448 h 2180"/>
              <a:gd name="T24" fmla="*/ 2343 w 2458"/>
              <a:gd name="T25" fmla="*/ 1155 h 2180"/>
              <a:gd name="T26" fmla="*/ 2419 w 2458"/>
              <a:gd name="T27" fmla="*/ 820 h 2180"/>
              <a:gd name="T28" fmla="*/ 1896 w 2458"/>
              <a:gd name="T29" fmla="*/ 61 h 2180"/>
              <a:gd name="T30" fmla="*/ 1557 w 2458"/>
              <a:gd name="T31" fmla="*/ 0 h 21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458" h="2180">
                <a:moveTo>
                  <a:pt x="1557" y="0"/>
                </a:moveTo>
                <a:cubicBezTo>
                  <a:pt x="1548" y="0"/>
                  <a:pt x="1539" y="0"/>
                  <a:pt x="1529" y="0"/>
                </a:cubicBezTo>
                <a:cubicBezTo>
                  <a:pt x="1222" y="9"/>
                  <a:pt x="917" y="75"/>
                  <a:pt x="618" y="140"/>
                </a:cubicBezTo>
                <a:cubicBezTo>
                  <a:pt x="482" y="170"/>
                  <a:pt x="340" y="202"/>
                  <a:pt x="233" y="281"/>
                </a:cubicBezTo>
                <a:cubicBezTo>
                  <a:pt x="56" y="411"/>
                  <a:pt x="21" y="631"/>
                  <a:pt x="13" y="831"/>
                </a:cubicBezTo>
                <a:cubicBezTo>
                  <a:pt x="0" y="1146"/>
                  <a:pt x="23" y="1463"/>
                  <a:pt x="81" y="1775"/>
                </a:cubicBezTo>
                <a:cubicBezTo>
                  <a:pt x="100" y="1880"/>
                  <a:pt x="128" y="1991"/>
                  <a:pt x="215" y="2066"/>
                </a:cubicBezTo>
                <a:cubicBezTo>
                  <a:pt x="323" y="2159"/>
                  <a:pt x="491" y="2172"/>
                  <a:pt x="645" y="2180"/>
                </a:cubicBezTo>
                <a:cubicBezTo>
                  <a:pt x="1805" y="2180"/>
                  <a:pt x="1805" y="2180"/>
                  <a:pt x="1805" y="2180"/>
                </a:cubicBezTo>
                <a:cubicBezTo>
                  <a:pt x="1884" y="2180"/>
                  <a:pt x="1963" y="2165"/>
                  <a:pt x="2036" y="2135"/>
                </a:cubicBezTo>
                <a:cubicBezTo>
                  <a:pt x="2124" y="2098"/>
                  <a:pt x="2197" y="2043"/>
                  <a:pt x="2235" y="1964"/>
                </a:cubicBezTo>
                <a:cubicBezTo>
                  <a:pt x="2313" y="1804"/>
                  <a:pt x="2230" y="1621"/>
                  <a:pt x="2251" y="1448"/>
                </a:cubicBezTo>
                <a:cubicBezTo>
                  <a:pt x="2262" y="1347"/>
                  <a:pt x="2309" y="1252"/>
                  <a:pt x="2343" y="1155"/>
                </a:cubicBezTo>
                <a:cubicBezTo>
                  <a:pt x="2382" y="1045"/>
                  <a:pt x="2405" y="934"/>
                  <a:pt x="2419" y="820"/>
                </a:cubicBezTo>
                <a:cubicBezTo>
                  <a:pt x="2458" y="497"/>
                  <a:pt x="2247" y="189"/>
                  <a:pt x="1896" y="61"/>
                </a:cubicBezTo>
                <a:cubicBezTo>
                  <a:pt x="1789" y="21"/>
                  <a:pt x="1674" y="0"/>
                  <a:pt x="1557" y="0"/>
                </a:cubicBezTo>
              </a:path>
            </a:pathLst>
          </a:custGeom>
          <a:solidFill>
            <a:schemeClr val="accent1">
              <a:alpha val="17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75604" tIns="37802" rIns="75604" bIns="37802" numCol="1" anchor="t" anchorCtr="0" compatLnSpc="1"/>
          <a:lstStyle/>
          <a:p>
            <a:endParaRPr lang="zh-CN" altLang="en-US" sz="1490">
              <a:cs typeface="微软雅黑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692518" y="467378"/>
            <a:ext cx="1760959" cy="894130"/>
          </a:xfrm>
        </p:spPr>
        <p:txBody>
          <a:bodyPr wrap="square" anchor="ctr" anchorCtr="0">
            <a:normAutofit/>
          </a:bodyPr>
          <a:lstStyle>
            <a:lvl1pPr algn="l">
              <a:defRPr sz="397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标题</a:t>
            </a:r>
            <a:endParaRPr lang="zh-CN" altLang="en-US" dirty="0"/>
          </a:p>
        </p:txBody>
      </p:sp>
      <p:pic>
        <p:nvPicPr>
          <p:cNvPr id="5" name="图片 4"/>
          <p:cNvPicPr>
            <a:picLocks noChangeAspect="1"/>
          </p:cNvPicPr>
          <p:nvPr>
            <p:custDataLst>
              <p:tags r:id="rId4"/>
            </p:custDataLst>
          </p:nvPr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50" r="27352"/>
          <a:stretch>
            <a:fillRect/>
          </a:stretch>
        </p:blipFill>
        <p:spPr>
          <a:xfrm>
            <a:off x="990736" y="1668128"/>
            <a:ext cx="2940182" cy="3994973"/>
          </a:xfrm>
          <a:prstGeom prst="rect">
            <a:avLst/>
          </a:prstGeom>
        </p:spPr>
      </p:pic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6"/>
          <p:cNvSpPr/>
          <p:nvPr userDrawn="1">
            <p:custDataLst>
              <p:tags r:id="rId2"/>
            </p:custDataLst>
          </p:nvPr>
        </p:nvSpPr>
        <p:spPr bwMode="auto">
          <a:xfrm rot="6240000" flipH="1">
            <a:off x="955559" y="1964771"/>
            <a:ext cx="2433526" cy="2906055"/>
          </a:xfrm>
          <a:custGeom>
            <a:avLst/>
            <a:gdLst>
              <a:gd name="connsiteX0" fmla="*/ 4417 w 6611"/>
              <a:gd name="connsiteY0" fmla="*/ 31 h 6706"/>
              <a:gd name="connsiteX1" fmla="*/ 3525 w 6611"/>
              <a:gd name="connsiteY1" fmla="*/ 35 h 6706"/>
              <a:gd name="connsiteX2" fmla="*/ 1943 w 6611"/>
              <a:gd name="connsiteY2" fmla="*/ 444 h 6706"/>
              <a:gd name="connsiteX3" fmla="*/ 850 w 6611"/>
              <a:gd name="connsiteY3" fmla="*/ 1131 h 6706"/>
              <a:gd name="connsiteX4" fmla="*/ 7 w 6611"/>
              <a:gd name="connsiteY4" fmla="*/ 2491 h 6706"/>
              <a:gd name="connsiteX5" fmla="*/ 211 w 6611"/>
              <a:gd name="connsiteY5" fmla="*/ 4826 h 6706"/>
              <a:gd name="connsiteX6" fmla="*/ 752 w 6611"/>
              <a:gd name="connsiteY6" fmla="*/ 5937 h 6706"/>
              <a:gd name="connsiteX7" fmla="*/ 1926 w 6611"/>
              <a:gd name="connsiteY7" fmla="*/ 6575 h 6706"/>
              <a:gd name="connsiteX8" fmla="*/ 4060 w 6611"/>
              <a:gd name="connsiteY8" fmla="*/ 6611 h 6706"/>
              <a:gd name="connsiteX9" fmla="*/ 5547 w 6611"/>
              <a:gd name="connsiteY9" fmla="*/ 5965 h 6706"/>
              <a:gd name="connsiteX10" fmla="*/ 6120 w 6611"/>
              <a:gd name="connsiteY10" fmla="*/ 5119 h 6706"/>
              <a:gd name="connsiteX11" fmla="*/ 6193 w 6611"/>
              <a:gd name="connsiteY11" fmla="*/ 4057 h 6706"/>
              <a:gd name="connsiteX12" fmla="*/ 6398 w 6611"/>
              <a:gd name="connsiteY12" fmla="*/ 3222 h 6706"/>
              <a:gd name="connsiteX13" fmla="*/ 6599 w 6611"/>
              <a:gd name="connsiteY13" fmla="*/ 2281 h 6706"/>
              <a:gd name="connsiteX14" fmla="*/ 5278 w 6611"/>
              <a:gd name="connsiteY14" fmla="*/ 246 h 6706"/>
              <a:gd name="connsiteX15" fmla="*/ 4417 w 6611"/>
              <a:gd name="connsiteY15" fmla="*/ 31 h 67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0" t="0" r="r" b="b"/>
            <a:pathLst>
              <a:path w="6612" h="6706">
                <a:moveTo>
                  <a:pt x="4417" y="31"/>
                </a:moveTo>
                <a:cubicBezTo>
                  <a:pt x="4275" y="12"/>
                  <a:pt x="4045" y="-31"/>
                  <a:pt x="3525" y="35"/>
                </a:cubicBezTo>
                <a:cubicBezTo>
                  <a:pt x="3006" y="101"/>
                  <a:pt x="2368" y="252"/>
                  <a:pt x="1943" y="444"/>
                </a:cubicBezTo>
                <a:cubicBezTo>
                  <a:pt x="1518" y="636"/>
                  <a:pt x="1206" y="810"/>
                  <a:pt x="850" y="1131"/>
                </a:cubicBezTo>
                <a:cubicBezTo>
                  <a:pt x="494" y="1452"/>
                  <a:pt x="28" y="1938"/>
                  <a:pt x="7" y="2491"/>
                </a:cubicBezTo>
                <a:cubicBezTo>
                  <a:pt x="-27" y="3362"/>
                  <a:pt x="58" y="4271"/>
                  <a:pt x="211" y="4826"/>
                </a:cubicBezTo>
                <a:cubicBezTo>
                  <a:pt x="364" y="5381"/>
                  <a:pt x="482" y="5677"/>
                  <a:pt x="752" y="5937"/>
                </a:cubicBezTo>
                <a:cubicBezTo>
                  <a:pt x="1022" y="6197"/>
                  <a:pt x="1328" y="6417"/>
                  <a:pt x="1926" y="6575"/>
                </a:cubicBezTo>
                <a:cubicBezTo>
                  <a:pt x="2524" y="6733"/>
                  <a:pt x="3366" y="6751"/>
                  <a:pt x="4060" y="6611"/>
                </a:cubicBezTo>
                <a:cubicBezTo>
                  <a:pt x="4755" y="6471"/>
                  <a:pt x="5352" y="6115"/>
                  <a:pt x="5547" y="5965"/>
                </a:cubicBezTo>
                <a:cubicBezTo>
                  <a:pt x="5742" y="5815"/>
                  <a:pt x="6019" y="5562"/>
                  <a:pt x="6120" y="5119"/>
                </a:cubicBezTo>
                <a:cubicBezTo>
                  <a:pt x="6221" y="4677"/>
                  <a:pt x="6140" y="4535"/>
                  <a:pt x="6193" y="4057"/>
                </a:cubicBezTo>
                <a:cubicBezTo>
                  <a:pt x="6221" y="3778"/>
                  <a:pt x="6310" y="3490"/>
                  <a:pt x="6398" y="3222"/>
                </a:cubicBezTo>
                <a:cubicBezTo>
                  <a:pt x="6538" y="2812"/>
                  <a:pt x="6563" y="2596"/>
                  <a:pt x="6599" y="2281"/>
                </a:cubicBezTo>
                <a:cubicBezTo>
                  <a:pt x="6700" y="1390"/>
                  <a:pt x="6184" y="599"/>
                  <a:pt x="5278" y="246"/>
                </a:cubicBezTo>
                <a:cubicBezTo>
                  <a:pt x="5003" y="136"/>
                  <a:pt x="4559" y="50"/>
                  <a:pt x="4417" y="31"/>
                </a:cubicBezTo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txBody>
          <a:bodyPr vert="horz" wrap="square" lIns="75604" tIns="37802" rIns="75604" bIns="37802" numCol="1" anchor="t" anchorCtr="0" compatLnSpc="1"/>
          <a:lstStyle/>
          <a:p>
            <a:endParaRPr lang="zh-CN" altLang="en-US" sz="1490">
              <a:cs typeface="微软雅黑" charset="-122"/>
            </a:endParaRPr>
          </a:p>
        </p:txBody>
      </p:sp>
      <p:pic>
        <p:nvPicPr>
          <p:cNvPr id="7" name="图片 6" descr="D:\工作文件\临时素材\无人机5资源-1@600x-8.png无人机5资源-1@600x-8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>
          <a:blip r:embed="rId4"/>
          <a:srcRect l="150" r="150"/>
          <a:stretch>
            <a:fillRect/>
          </a:stretch>
        </p:blipFill>
        <p:spPr>
          <a:xfrm>
            <a:off x="719295" y="1281704"/>
            <a:ext cx="3107143" cy="2697617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4515280" y="2817949"/>
            <a:ext cx="4872302" cy="1456440"/>
          </a:xfrm>
        </p:spPr>
        <p:txBody>
          <a:bodyPr wrap="square" lIns="0" tIns="0" rIns="0" bIns="0" anchor="t" anchorCtr="0">
            <a:normAutofit/>
          </a:bodyPr>
          <a:lstStyle>
            <a:lvl1pPr algn="l">
              <a:defRPr sz="364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单击编辑母版标题</a:t>
            </a:r>
            <a:endParaRPr lang="zh-CN" altLang="en-US" dirty="0"/>
          </a:p>
        </p:txBody>
      </p:sp>
      <p:sp>
        <p:nvSpPr>
          <p:cNvPr id="8" name="文本占位符 7"/>
          <p:cNvSpPr>
            <a:spLocks noGrp="1"/>
          </p:cNvSpPr>
          <p:nvPr>
            <p:ph type="body" sz="quarter" idx="13" hasCustomPrompt="1"/>
            <p:custDataLst>
              <p:tags r:id="rId6"/>
            </p:custDataLst>
          </p:nvPr>
        </p:nvSpPr>
        <p:spPr>
          <a:xfrm>
            <a:off x="4515280" y="1955320"/>
            <a:ext cx="4872302" cy="793849"/>
          </a:xfrm>
          <a:prstGeom prst="roundRect">
            <a:avLst>
              <a:gd name="adj" fmla="val 0"/>
            </a:avLst>
          </a:prstGeom>
          <a:noFill/>
        </p:spPr>
        <p:txBody>
          <a:bodyPr wrap="square" anchor="b" anchorCtr="0">
            <a:noAutofit/>
          </a:bodyPr>
          <a:lstStyle>
            <a:lvl1pPr marL="0" indent="0" algn="l" eaLnBrk="1" fontAlgn="auto" latinLnBrk="0" hangingPunct="1">
              <a:lnSpc>
                <a:spcPct val="100000"/>
              </a:lnSpc>
              <a:spcBef>
                <a:spcPts val="0"/>
              </a:spcBef>
              <a:buNone/>
              <a:defRPr sz="3970" b="1" u="none" strike="noStrike" kern="1200" cap="none" spc="100" normalizeH="0">
                <a:solidFill>
                  <a:schemeClr val="accent1"/>
                </a:solidFill>
                <a:uFillTx/>
                <a:latin typeface="+mj-ea"/>
                <a:ea typeface="+mj-ea"/>
              </a:defRPr>
            </a:lvl1pPr>
          </a:lstStyle>
          <a:p>
            <a:pPr lvl="0"/>
            <a:r>
              <a:rPr lang="zh-CN" altLang="en-US" dirty="0"/>
              <a:t>编号</a:t>
            </a:r>
            <a:endParaRPr lang="zh-CN" altLang="en-US" dirty="0"/>
          </a:p>
        </p:txBody>
      </p:sp>
      <p:sp>
        <p:nvSpPr>
          <p:cNvPr id="12" name="日期占位符 11"/>
          <p:cNvSpPr>
            <a:spLocks noGrp="1"/>
          </p:cNvSpPr>
          <p:nvPr>
            <p:ph type="dt" sz="half" idx="14"/>
            <p:custDataLst>
              <p:tags r:id="rId7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13" name="页脚占位符 12"/>
          <p:cNvSpPr>
            <a:spLocks noGrp="1"/>
          </p:cNvSpPr>
          <p:nvPr>
            <p:ph type="ftr" sz="quarter" idx="15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4" name="灯片编号占位符 13"/>
          <p:cNvSpPr>
            <a:spLocks noGrp="1"/>
          </p:cNvSpPr>
          <p:nvPr>
            <p:ph type="sldNum" sz="quarter" idx="16"/>
            <p:custDataLst>
              <p:tags r:id="rId9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 wrap="square" lIns="0" tIns="0" rIns="0" bIns="0" rtlCol="0" anchor="b" anchorCtr="0">
            <a:normAutofit/>
          </a:bodyPr>
          <a:lstStyle>
            <a:lvl1pPr>
              <a:defRPr lang="zh-CN" altLang="en-US" dirty="0"/>
            </a:lvl1pPr>
          </a:lstStyle>
          <a:p>
            <a:pPr lvl="0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574911" y="1055415"/>
            <a:ext cx="4402398" cy="4052466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5103316" y="1055415"/>
            <a:ext cx="4400848" cy="4052466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>
          <a:xfrm>
            <a:off x="574911" y="1055415"/>
            <a:ext cx="4384022" cy="383137"/>
          </a:xfrm>
        </p:spPr>
        <p:txBody>
          <a:bodyPr wrap="square" anchor="b">
            <a:normAutofit/>
          </a:bodyPr>
          <a:lstStyle>
            <a:lvl1pPr marL="0" indent="0">
              <a:buNone/>
              <a:defRPr sz="1985" b="1"/>
            </a:lvl1pPr>
            <a:lvl2pPr marL="377825" indent="0">
              <a:buNone/>
              <a:defRPr sz="1655" b="1"/>
            </a:lvl2pPr>
            <a:lvl3pPr marL="756285" indent="0">
              <a:buNone/>
              <a:defRPr sz="1490" b="1"/>
            </a:lvl3pPr>
            <a:lvl4pPr marL="1134110" indent="0">
              <a:buNone/>
              <a:defRPr sz="1325" b="1"/>
            </a:lvl4pPr>
            <a:lvl5pPr marL="1511935" indent="0">
              <a:buNone/>
              <a:defRPr sz="1325" b="1"/>
            </a:lvl5pPr>
            <a:lvl6pPr marL="1890395" indent="0">
              <a:buNone/>
              <a:defRPr sz="1325" b="1"/>
            </a:lvl6pPr>
            <a:lvl7pPr marL="2268220" indent="0">
              <a:buNone/>
              <a:defRPr sz="1325" b="1"/>
            </a:lvl7pPr>
            <a:lvl8pPr marL="2646045" indent="0">
              <a:buNone/>
              <a:defRPr sz="1325" b="1"/>
            </a:lvl8pPr>
            <a:lvl9pPr marL="3024505" indent="0">
              <a:buNone/>
              <a:defRPr sz="1325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574911" y="1704409"/>
            <a:ext cx="4384022" cy="3413446"/>
          </a:xfrm>
        </p:spPr>
        <p:txBody>
          <a:bodyPr wrap="square">
            <a:normAutofit/>
          </a:bodyPr>
          <a:lstStyle>
            <a:lvl1pPr>
              <a:defRPr sz="182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  <p:custDataLst>
              <p:tags r:id="rId4"/>
            </p:custDataLst>
          </p:nvPr>
        </p:nvSpPr>
        <p:spPr>
          <a:xfrm>
            <a:off x="5103316" y="1055415"/>
            <a:ext cx="4406336" cy="383137"/>
          </a:xfrm>
        </p:spPr>
        <p:txBody>
          <a:bodyPr wrap="square" anchor="b">
            <a:normAutofit/>
          </a:bodyPr>
          <a:lstStyle>
            <a:lvl1pPr marL="0" indent="0">
              <a:buNone/>
              <a:defRPr sz="1985" b="1"/>
            </a:lvl1pPr>
            <a:lvl2pPr marL="377825" indent="0">
              <a:buNone/>
              <a:defRPr sz="1655" b="1"/>
            </a:lvl2pPr>
            <a:lvl3pPr marL="756285" indent="0">
              <a:buNone/>
              <a:defRPr sz="1490" b="1"/>
            </a:lvl3pPr>
            <a:lvl4pPr marL="1134110" indent="0">
              <a:buNone/>
              <a:defRPr sz="1325" b="1"/>
            </a:lvl4pPr>
            <a:lvl5pPr marL="1511935" indent="0">
              <a:buNone/>
              <a:defRPr sz="1325" b="1"/>
            </a:lvl5pPr>
            <a:lvl6pPr marL="1890395" indent="0">
              <a:buNone/>
              <a:defRPr sz="1325" b="1"/>
            </a:lvl6pPr>
            <a:lvl7pPr marL="2268220" indent="0">
              <a:buNone/>
              <a:defRPr sz="1325" b="1"/>
            </a:lvl7pPr>
            <a:lvl8pPr marL="2646045" indent="0">
              <a:buNone/>
              <a:defRPr sz="1325" b="1"/>
            </a:lvl8pPr>
            <a:lvl9pPr marL="3024505" indent="0">
              <a:buNone/>
              <a:defRPr sz="1325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5103316" y="1704409"/>
            <a:ext cx="4406336" cy="3413446"/>
          </a:xfrm>
        </p:spPr>
        <p:txBody>
          <a:bodyPr wrap="square">
            <a:normAutofit/>
          </a:bodyPr>
          <a:lstStyle>
            <a:lvl1pPr>
              <a:defRPr sz="182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11" name="页脚占位符 10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2" name="灯片编号占位符 11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3" name="标题 12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574911" y="297755"/>
            <a:ext cx="8934742" cy="4810125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574911" y="1071662"/>
            <a:ext cx="8934742" cy="476250"/>
          </a:xfrm>
        </p:spPr>
        <p:txBody>
          <a:bodyPr wrap="square" anchor="t">
            <a:normAutofit/>
          </a:bodyPr>
          <a:lstStyle>
            <a:lvl1pPr marL="0" indent="0">
              <a:buNone/>
              <a:defRPr sz="1985" b="0"/>
            </a:lvl1pPr>
            <a:lvl2pPr marL="377825" indent="0">
              <a:buNone/>
              <a:defRPr sz="1655" b="1"/>
            </a:lvl2pPr>
            <a:lvl3pPr marL="756285" indent="0">
              <a:buNone/>
              <a:defRPr sz="1490" b="1"/>
            </a:lvl3pPr>
            <a:lvl4pPr marL="1134110" indent="0">
              <a:buNone/>
              <a:defRPr sz="1325" b="1"/>
            </a:lvl4pPr>
            <a:lvl5pPr marL="1511935" indent="0">
              <a:buNone/>
              <a:defRPr sz="1325" b="1"/>
            </a:lvl5pPr>
            <a:lvl6pPr marL="1890395" indent="0">
              <a:buNone/>
              <a:defRPr sz="1325" b="1"/>
            </a:lvl6pPr>
            <a:lvl7pPr marL="2268220" indent="0">
              <a:buNone/>
              <a:defRPr sz="1325" b="1"/>
            </a:lvl7pPr>
            <a:lvl8pPr marL="2646045" indent="0">
              <a:buNone/>
              <a:defRPr sz="1325" b="1"/>
            </a:lvl8pPr>
            <a:lvl9pPr marL="3024505" indent="0">
              <a:buNone/>
              <a:defRPr sz="1325" b="1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任意多边形: 形状 6"/>
          <p:cNvSpPr/>
          <p:nvPr userDrawn="1">
            <p:custDataLst>
              <p:tags r:id="rId2"/>
            </p:custDataLst>
          </p:nvPr>
        </p:nvSpPr>
        <p:spPr>
          <a:xfrm>
            <a:off x="5140546" y="706949"/>
            <a:ext cx="4628196" cy="4892675"/>
          </a:xfrm>
          <a:custGeom>
            <a:avLst/>
            <a:gdLst>
              <a:gd name="connsiteX0" fmla="*/ 3604196 w 5597566"/>
              <a:gd name="connsiteY0" fmla="*/ 127 h 5917440"/>
              <a:gd name="connsiteX1" fmla="*/ 5020674 w 5597566"/>
              <a:gd name="connsiteY1" fmla="*/ 776538 h 5917440"/>
              <a:gd name="connsiteX2" fmla="*/ 5376373 w 5597566"/>
              <a:gd name="connsiteY2" fmla="*/ 1444944 h 5917440"/>
              <a:gd name="connsiteX3" fmla="*/ 5557177 w 5597566"/>
              <a:gd name="connsiteY3" fmla="*/ 2184215 h 5917440"/>
              <a:gd name="connsiteX4" fmla="*/ 5545132 w 5597566"/>
              <a:gd name="connsiteY4" fmla="*/ 3578297 h 5917440"/>
              <a:gd name="connsiteX5" fmla="*/ 5202018 w 5597566"/>
              <a:gd name="connsiteY5" fmla="*/ 4624938 h 5917440"/>
              <a:gd name="connsiteX6" fmla="*/ 4250176 w 5597566"/>
              <a:gd name="connsiteY6" fmla="*/ 5603523 h 5917440"/>
              <a:gd name="connsiteX7" fmla="*/ 2275095 w 5597566"/>
              <a:gd name="connsiteY7" fmla="*/ 5916586 h 5917440"/>
              <a:gd name="connsiteX8" fmla="*/ 1243715 w 5597566"/>
              <a:gd name="connsiteY8" fmla="*/ 5698027 h 5917440"/>
              <a:gd name="connsiteX9" fmla="*/ 473239 w 5597566"/>
              <a:gd name="connsiteY9" fmla="*/ 4857811 h 5917440"/>
              <a:gd name="connsiteX10" fmla="*/ 2965 w 5597566"/>
              <a:gd name="connsiteY10" fmla="*/ 3098601 h 5917440"/>
              <a:gd name="connsiteX11" fmla="*/ 230813 w 5597566"/>
              <a:gd name="connsiteY11" fmla="*/ 1734249 h 5917440"/>
              <a:gd name="connsiteX12" fmla="*/ 812883 w 5597566"/>
              <a:gd name="connsiteY12" fmla="*/ 1085274 h 5917440"/>
              <a:gd name="connsiteX13" fmla="*/ 1676967 w 5597566"/>
              <a:gd name="connsiteY13" fmla="*/ 805643 h 5917440"/>
              <a:gd name="connsiteX14" fmla="*/ 2325887 w 5597566"/>
              <a:gd name="connsiteY14" fmla="*/ 463589 h 5917440"/>
              <a:gd name="connsiteX15" fmla="*/ 3063384 w 5597566"/>
              <a:gd name="connsiteY15" fmla="*/ 102968 h 5917440"/>
              <a:gd name="connsiteX16" fmla="*/ 3604196 w 5597566"/>
              <a:gd name="connsiteY16" fmla="*/ 127 h 59174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5597566" h="5917440">
                <a:moveTo>
                  <a:pt x="3604196" y="127"/>
                </a:moveTo>
                <a:cubicBezTo>
                  <a:pt x="4143157" y="-6764"/>
                  <a:pt x="4661253" y="268656"/>
                  <a:pt x="5020674" y="776538"/>
                </a:cubicBezTo>
                <a:cubicBezTo>
                  <a:pt x="5168497" y="981494"/>
                  <a:pt x="5331334" y="1331311"/>
                  <a:pt x="5376373" y="1444944"/>
                </a:cubicBezTo>
                <a:cubicBezTo>
                  <a:pt x="5421411" y="1558578"/>
                  <a:pt x="5504481" y="1740109"/>
                  <a:pt x="5557177" y="2184215"/>
                </a:cubicBezTo>
                <a:cubicBezTo>
                  <a:pt x="5609665" y="2627494"/>
                  <a:pt x="5616351" y="3186831"/>
                  <a:pt x="5545132" y="3578297"/>
                </a:cubicBezTo>
                <a:cubicBezTo>
                  <a:pt x="5473912" y="3969764"/>
                  <a:pt x="5394269" y="4263968"/>
                  <a:pt x="5202018" y="4624938"/>
                </a:cubicBezTo>
                <a:cubicBezTo>
                  <a:pt x="5009767" y="4985909"/>
                  <a:pt x="4703629" y="5471999"/>
                  <a:pt x="4250176" y="5603523"/>
                </a:cubicBezTo>
                <a:cubicBezTo>
                  <a:pt x="3536157" y="5811445"/>
                  <a:pt x="2766119" y="5928695"/>
                  <a:pt x="2275095" y="5916586"/>
                </a:cubicBezTo>
                <a:cubicBezTo>
                  <a:pt x="1784072" y="5904476"/>
                  <a:pt x="1514679" y="5867884"/>
                  <a:pt x="1243715" y="5698027"/>
                </a:cubicBezTo>
                <a:cubicBezTo>
                  <a:pt x="972750" y="5528171"/>
                  <a:pt x="727468" y="5320256"/>
                  <a:pt x="473239" y="4857811"/>
                </a:cubicBezTo>
                <a:cubicBezTo>
                  <a:pt x="219012" y="4395366"/>
                  <a:pt x="30316" y="3702028"/>
                  <a:pt x="2965" y="3098601"/>
                </a:cubicBezTo>
                <a:cubicBezTo>
                  <a:pt x="-24592" y="2494347"/>
                  <a:pt x="146889" y="1926640"/>
                  <a:pt x="230813" y="1734249"/>
                </a:cubicBezTo>
                <a:cubicBezTo>
                  <a:pt x="314738" y="1541857"/>
                  <a:pt x="467003" y="1260322"/>
                  <a:pt x="812883" y="1085274"/>
                </a:cubicBezTo>
                <a:cubicBezTo>
                  <a:pt x="1157935" y="910432"/>
                  <a:pt x="1292205" y="948179"/>
                  <a:pt x="1676967" y="805643"/>
                </a:cubicBezTo>
                <a:cubicBezTo>
                  <a:pt x="1902150" y="724878"/>
                  <a:pt x="2122194" y="591756"/>
                  <a:pt x="2325887" y="463589"/>
                </a:cubicBezTo>
                <a:cubicBezTo>
                  <a:pt x="2636399" y="263066"/>
                  <a:pt x="2810049" y="197787"/>
                  <a:pt x="3063384" y="102968"/>
                </a:cubicBezTo>
                <a:cubicBezTo>
                  <a:pt x="3242571" y="36089"/>
                  <a:pt x="3424543" y="2424"/>
                  <a:pt x="3604196" y="127"/>
                </a:cubicBez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txBody>
          <a:bodyPr vert="horz" wrap="square" lIns="75604" tIns="37802" rIns="75604" bIns="37802" numCol="1" anchor="t" anchorCtr="0" compatLnSpc="1"/>
          <a:lstStyle/>
          <a:p>
            <a:pPr lvl="0"/>
            <a:endParaRPr lang="zh-CN" altLang="en-US" sz="1490">
              <a:solidFill>
                <a:schemeClr val="tx1"/>
              </a:solidFill>
            </a:endParaRPr>
          </a:p>
        </p:txBody>
      </p:sp>
      <p:pic>
        <p:nvPicPr>
          <p:cNvPr id="9" name="图片 8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56" t="-1" r="15418" b="631"/>
          <a:stretch>
            <a:fillRect/>
          </a:stretch>
        </p:blipFill>
        <p:spPr>
          <a:xfrm>
            <a:off x="4953157" y="2003098"/>
            <a:ext cx="4479053" cy="3664727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5"/>
            </p:custDataLst>
          </p:nvPr>
        </p:nvSpPr>
        <p:spPr>
          <a:xfrm>
            <a:off x="574911" y="1079042"/>
            <a:ext cx="4465402" cy="1779860"/>
          </a:xfrm>
        </p:spPr>
        <p:txBody>
          <a:bodyPr wrap="square" anchor="b" anchorCtr="0">
            <a:normAutofit/>
          </a:bodyPr>
          <a:lstStyle>
            <a:lvl1pPr algn="l">
              <a:lnSpc>
                <a:spcPct val="100000"/>
              </a:lnSpc>
              <a:defRPr sz="4465"/>
            </a:lvl1pPr>
          </a:lstStyle>
          <a:p>
            <a:r>
              <a:rPr lang="zh-CN" altLang="en-US" dirty="0"/>
              <a:t>编辑母版标题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>
          <a:xfrm>
            <a:off x="7119441" y="5255675"/>
            <a:ext cx="2268141" cy="301894"/>
          </a:xfr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24" name="文本占位符 23"/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580430" y="3093066"/>
            <a:ext cx="2381250" cy="479227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490">
                <a:solidFill>
                  <a:schemeClr val="lt1">
                    <a:lumMod val="100000"/>
                  </a:schemeClr>
                </a:solidFill>
              </a:defRPr>
            </a:lvl1pPr>
          </a:lstStyle>
          <a:p>
            <a:r>
              <a:rPr lang="zh-CN" altLang="en-US" dirty="0"/>
              <a:t>署名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4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0.xml"/><Relationship Id="rId6" Type="http://schemas.openxmlformats.org/officeDocument/2006/relationships/slideLayout" Target="../slideLayouts/slideLayout9.xml"/><Relationship Id="rId5" Type="http://schemas.openxmlformats.org/officeDocument/2006/relationships/slideLayout" Target="../slideLayouts/slideLayout8.xml"/><Relationship Id="rId4" Type="http://schemas.openxmlformats.org/officeDocument/2006/relationships/slideLayout" Target="../slideLayouts/slideLayout7.xml"/><Relationship Id="rId3" Type="http://schemas.openxmlformats.org/officeDocument/2006/relationships/slideLayout" Target="../slideLayouts/slideLayout6.xml"/><Relationship Id="rId2" Type="http://schemas.openxmlformats.org/officeDocument/2006/relationships/slideLayout" Target="../slideLayouts/slideLayout5.xml"/><Relationship Id="rId18" Type="http://schemas.openxmlformats.org/officeDocument/2006/relationships/theme" Target="../theme/theme2.xml"/><Relationship Id="rId17" Type="http://schemas.openxmlformats.org/officeDocument/2006/relationships/tags" Target="../tags/tag68.xml"/><Relationship Id="rId16" Type="http://schemas.openxmlformats.org/officeDocument/2006/relationships/tags" Target="../tags/tag67.xml"/><Relationship Id="rId15" Type="http://schemas.openxmlformats.org/officeDocument/2006/relationships/tags" Target="../tags/tag66.xml"/><Relationship Id="rId14" Type="http://schemas.openxmlformats.org/officeDocument/2006/relationships/tags" Target="../tags/tag65.xml"/><Relationship Id="rId13" Type="http://schemas.openxmlformats.org/officeDocument/2006/relationships/tags" Target="../tags/tag64.xml"/><Relationship Id="rId12" Type="http://schemas.openxmlformats.org/officeDocument/2006/relationships/tags" Target="../tags/tag63.xml"/><Relationship Id="rId11" Type="http://schemas.openxmlformats.org/officeDocument/2006/relationships/slideLayout" Target="../slideLayouts/slideLayout14.xml"/><Relationship Id="rId10" Type="http://schemas.openxmlformats.org/officeDocument/2006/relationships/slideLayout" Target="../slideLayouts/slideLayout13.xml"/><Relationship Id="rId1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/>
    <p:bodyStyle/>
    <p:otherStyle/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574477" y="297755"/>
            <a:ext cx="8929688" cy="595313"/>
          </a:xfrm>
          <a:prstGeom prst="rect">
            <a:avLst/>
          </a:prstGeom>
        </p:spPr>
        <p:txBody>
          <a:bodyPr vert="horz" wrap="square" lIns="0" tIns="0" rIns="0" bIns="0" rtlCol="0" anchor="b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574911" y="1061190"/>
            <a:ext cx="8930804" cy="4046951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574911" y="5255675"/>
            <a:ext cx="2386273" cy="301894"/>
          </a:xfrm>
          <a:prstGeom prst="rect">
            <a:avLst/>
          </a:prstGeom>
        </p:spPr>
        <p:txBody>
          <a:bodyPr vert="horz" wrap="square" lIns="0" tIns="0" rIns="0" bIns="0" rtlCol="0" anchor="ctr">
            <a:normAutofit/>
          </a:bodyPr>
          <a:lstStyle>
            <a:lvl1pPr algn="l">
              <a:defRPr sz="9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3339207" y="5255675"/>
            <a:ext cx="3402211" cy="30189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9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7119441" y="5255675"/>
            <a:ext cx="2384723" cy="301894"/>
          </a:xfrm>
          <a:prstGeom prst="rect">
            <a:avLst/>
          </a:prstGeom>
        </p:spPr>
        <p:txBody>
          <a:bodyPr vert="horz" wrap="square" lIns="0" tIns="0" rIns="0" bIns="0" rtlCol="0" anchor="ctr">
            <a:normAutofit/>
          </a:bodyPr>
          <a:lstStyle>
            <a:lvl1pPr algn="r">
              <a:defRPr sz="9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 dirty="0"/>
          </a:p>
        </p:txBody>
      </p:sp>
      <p:sp>
        <p:nvSpPr>
          <p:cNvPr id="8" name="KSO_TEMPLATE" hidden="1"/>
          <p:cNvSpPr/>
          <p:nvPr userDrawn="1">
            <p:custDataLst>
              <p:tags r:id="rId17"/>
            </p:custDataLst>
          </p:nvPr>
        </p:nvSpPr>
        <p:spPr>
          <a:xfrm>
            <a:off x="0" y="99"/>
            <a:ext cx="0" cy="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49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2" r:id="rId10"/>
    <p:sldLayoutId id="2147483663" r:id="rId11"/>
  </p:sldLayoutIdLst>
  <p:txStyles>
    <p:titleStyle>
      <a:lvl1pPr algn="l" defTabSz="756285" rtl="0" eaLnBrk="1" latinLnBrk="0" hangingPunct="1">
        <a:lnSpc>
          <a:spcPct val="100000"/>
        </a:lnSpc>
        <a:spcBef>
          <a:spcPct val="0"/>
        </a:spcBef>
        <a:buNone/>
        <a:defRPr sz="2645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189230" indent="-189230" algn="l" defTabSz="756285" rtl="0" eaLnBrk="1" latinLnBrk="0" hangingPunct="1">
        <a:lnSpc>
          <a:spcPct val="130000"/>
        </a:lnSpc>
        <a:spcBef>
          <a:spcPts val="825"/>
        </a:spcBef>
        <a:buFont typeface="Arial" panose="020B060402020209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1pPr>
      <a:lvl2pPr marL="445135" indent="-170815" algn="l" defTabSz="756285" rtl="0" eaLnBrk="1" latinLnBrk="0" hangingPunct="1">
        <a:lnSpc>
          <a:spcPct val="130000"/>
        </a:lnSpc>
        <a:spcBef>
          <a:spcPts val="0"/>
        </a:spcBef>
        <a:buFont typeface="Arial" panose="020B0604020202090204" pitchFamily="34" charset="0"/>
        <a:buChar char="•"/>
        <a:defRPr sz="1655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660400" indent="-133985" algn="l" defTabSz="756285" rtl="0" eaLnBrk="1" latinLnBrk="0" hangingPunct="1">
        <a:lnSpc>
          <a:spcPct val="130000"/>
        </a:lnSpc>
        <a:spcBef>
          <a:spcPts val="0"/>
        </a:spcBef>
        <a:buFont typeface="Arial" panose="020B0604020202090204" pitchFamily="34" charset="0"/>
        <a:buChar char="•"/>
        <a:defRPr sz="149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852170" indent="-123190" algn="l" defTabSz="756285" rtl="0" eaLnBrk="1" latinLnBrk="0" hangingPunct="1">
        <a:lnSpc>
          <a:spcPct val="130000"/>
        </a:lnSpc>
        <a:spcBef>
          <a:spcPts val="0"/>
        </a:spcBef>
        <a:buFont typeface="Arial" panose="020B0604020202090204" pitchFamily="34" charset="0"/>
        <a:buChar char="•"/>
        <a:defRPr sz="1325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021080" indent="-104775" algn="l" defTabSz="756285" rtl="0" eaLnBrk="1" latinLnBrk="0" hangingPunct="1">
        <a:lnSpc>
          <a:spcPct val="130000"/>
        </a:lnSpc>
        <a:spcBef>
          <a:spcPts val="0"/>
        </a:spcBef>
        <a:buFont typeface="Arial" panose="020B0604020202090204" pitchFamily="34" charset="0"/>
        <a:buChar char="•"/>
        <a:defRPr sz="116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078990" indent="-189230" algn="l" defTabSz="756285" rtl="0" eaLnBrk="1" latinLnBrk="0" hangingPunct="1">
        <a:lnSpc>
          <a:spcPct val="90000"/>
        </a:lnSpc>
        <a:spcBef>
          <a:spcPct val="83000"/>
        </a:spcBef>
        <a:buFont typeface="Arial" panose="020B0604020202090204" pitchFamily="34" charset="0"/>
        <a:buChar char="•"/>
        <a:defRPr sz="1490" kern="1200">
          <a:solidFill>
            <a:schemeClr val="tx1"/>
          </a:solidFill>
          <a:latin typeface="+mn-lt"/>
          <a:ea typeface="+mn-ea"/>
          <a:cs typeface="+mn-cs"/>
        </a:defRPr>
      </a:lvl6pPr>
      <a:lvl7pPr marL="2457450" indent="-189230" algn="l" defTabSz="756285" rtl="0" eaLnBrk="1" latinLnBrk="0" hangingPunct="1">
        <a:lnSpc>
          <a:spcPct val="90000"/>
        </a:lnSpc>
        <a:spcBef>
          <a:spcPct val="83000"/>
        </a:spcBef>
        <a:buFont typeface="Arial" panose="020B0604020202090204" pitchFamily="34" charset="0"/>
        <a:buChar char="•"/>
        <a:defRPr sz="1490" kern="1200">
          <a:solidFill>
            <a:schemeClr val="tx1"/>
          </a:solidFill>
          <a:latin typeface="+mn-lt"/>
          <a:ea typeface="+mn-ea"/>
          <a:cs typeface="+mn-cs"/>
        </a:defRPr>
      </a:lvl7pPr>
      <a:lvl8pPr marL="2835275" indent="-189230" algn="l" defTabSz="756285" rtl="0" eaLnBrk="1" latinLnBrk="0" hangingPunct="1">
        <a:lnSpc>
          <a:spcPct val="90000"/>
        </a:lnSpc>
        <a:spcBef>
          <a:spcPct val="83000"/>
        </a:spcBef>
        <a:buFont typeface="Arial" panose="020B0604020202090204" pitchFamily="34" charset="0"/>
        <a:buChar char="•"/>
        <a:defRPr sz="1490" kern="1200">
          <a:solidFill>
            <a:schemeClr val="tx1"/>
          </a:solidFill>
          <a:latin typeface="+mn-lt"/>
          <a:ea typeface="+mn-ea"/>
          <a:cs typeface="+mn-cs"/>
        </a:defRPr>
      </a:lvl8pPr>
      <a:lvl9pPr marL="3213100" indent="-189230" algn="l" defTabSz="756285" rtl="0" eaLnBrk="1" latinLnBrk="0" hangingPunct="1">
        <a:lnSpc>
          <a:spcPct val="90000"/>
        </a:lnSpc>
        <a:spcBef>
          <a:spcPct val="83000"/>
        </a:spcBef>
        <a:buFont typeface="Arial" panose="020B0604020202090204" pitchFamily="34" charset="0"/>
        <a:buChar char="•"/>
        <a:defRPr sz="149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756285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1pPr>
      <a:lvl2pPr marL="377825" algn="l" defTabSz="756285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2pPr>
      <a:lvl3pPr marL="756285" algn="l" defTabSz="756285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3pPr>
      <a:lvl4pPr marL="1134110" algn="l" defTabSz="756285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4pPr>
      <a:lvl5pPr marL="1511935" algn="l" defTabSz="756285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5pPr>
      <a:lvl6pPr marL="1890395" algn="l" defTabSz="756285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6pPr>
      <a:lvl7pPr marL="2268220" algn="l" defTabSz="756285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7pPr>
      <a:lvl8pPr marL="2646045" algn="l" defTabSz="756285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8pPr>
      <a:lvl9pPr marL="3024505" algn="l" defTabSz="756285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4.xml"/><Relationship Id="rId4" Type="http://schemas.openxmlformats.org/officeDocument/2006/relationships/tags" Target="../tags/tag71.xml"/><Relationship Id="rId3" Type="http://schemas.openxmlformats.org/officeDocument/2006/relationships/image" Target="../media/image5.png"/><Relationship Id="rId2" Type="http://schemas.openxmlformats.org/officeDocument/2006/relationships/tags" Target="../tags/tag70.xml"/><Relationship Id="rId1" Type="http://schemas.openxmlformats.org/officeDocument/2006/relationships/tags" Target="../tags/tag69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4.xml"/><Relationship Id="rId3" Type="http://schemas.openxmlformats.org/officeDocument/2006/relationships/tags" Target="../tags/tag74.xml"/><Relationship Id="rId2" Type="http://schemas.openxmlformats.org/officeDocument/2006/relationships/tags" Target="../tags/tag73.xml"/><Relationship Id="rId1" Type="http://schemas.openxmlformats.org/officeDocument/2006/relationships/tags" Target="../tags/tag7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9000000" cy="10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3300" b="0" u="none" strike="noStrike">
                <a:solidFill>
                  <a:srgbClr val="DD4100"/>
                </a:solidFill>
                <a:effectLst/>
                <a:uFillTx/>
                <a:latin typeface="Arial" panose="020B0604020202090204"/>
              </a:rPr>
              <a:t>X-tools </a:t>
            </a:r>
            <a:r>
              <a:rPr lang="zh-CN" sz="3300" b="0" u="none" strike="noStrike">
                <a:solidFill>
                  <a:srgbClr val="DD4100"/>
                </a:solidFill>
                <a:effectLst/>
                <a:uFillTx/>
                <a:latin typeface="Arial" panose="020B0604020202090204"/>
              </a:rPr>
              <a:t>示例</a:t>
            </a:r>
            <a:endParaRPr lang="en-US" sz="3300" b="0" u="none" strike="noStrike">
              <a:solidFill>
                <a:srgbClr val="DD4100"/>
              </a:solidFill>
              <a:effectLst/>
              <a:uFillTx/>
              <a:latin typeface="Arial" panose="020B060402020209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360000" y="165358"/>
            <a:ext cx="9360000" cy="50736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zh-CN" altLang="en-US" sz="3300" b="0" u="none" strike="noStrike">
                <a:solidFill>
                  <a:srgbClr val="EEEEEE"/>
                </a:solidFill>
                <a:effectLst/>
                <a:uFillTx/>
                <a:latin typeface="Arial" panose="020B0604020202090204"/>
              </a:rPr>
              <a:t>浏览量</a:t>
            </a:r>
            <a:endParaRPr lang="zh-CN" altLang="en-US" sz="3300" b="0" u="none" strike="noStrike">
              <a:solidFill>
                <a:srgbClr val="EEEEEE"/>
              </a:solidFill>
              <a:effectLst/>
              <a:uFillTx/>
              <a:latin typeface="Arial" panose="020B0604020202090204"/>
            </a:endParaRPr>
          </a:p>
        </p:txBody>
      </p:sp>
      <p:graphicFrame>
        <p:nvGraphicFramePr>
          <p:cNvPr id="2" name="内容占位符 1"/>
          <p:cNvGraphicFramePr/>
          <p:nvPr>
            <p:ph/>
          </p:nvPr>
        </p:nvGraphicFramePr>
        <p:xfrm>
          <a:off x="360000" y="1080000"/>
          <a:ext cx="9359900" cy="76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79950"/>
                <a:gridCol w="4679950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endParaRPr/>
          </a:p>
        </p:txBody>
      </p:sp>
      <p:sp>
        <p:nvSpPr>
          <p:cNvPr id="3" name="文本框 2"/>
          <p:cNvSpPr txBox="1"/>
          <p:nvPr/>
        </p:nvSpPr>
        <p:spPr>
          <a:xfrm>
            <a:off x="2430780" y="2856865"/>
            <a:ext cx="33604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收到发生的</a:t>
            </a:r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r>
              <a:rPr lang="zh-CN" altLang="en-US"/>
              <a:t>文档</a:t>
            </a:r>
            <a:r>
              <a:rPr lang="zh-CN" altLang="en-US"/>
              <a:t>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7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zh-CN" altLang="en-US" dirty="0"/>
              <a:t>汇报人：</a:t>
            </a:r>
            <a:r>
              <a:rPr lang="en-US" altLang="zh-CN" dirty="0"/>
              <a:t>WPS</a:t>
            </a:r>
            <a:endParaRPr lang="zh-CN" altLang="en-US" dirty="0"/>
          </a:p>
        </p:txBody>
      </p:sp>
      <p:pic>
        <p:nvPicPr>
          <p:cNvPr id="4" name="图片 3" descr="萝卜头像2025-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340" y="530860"/>
            <a:ext cx="4762500" cy="476250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7"/>
            <p:custDataLst>
              <p:tags r:id="rId2"/>
            </p:custDataLst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2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*i*2"/>
  <p:tag name="KSO_WM_UNIT_LAYERLEVEL" val="1"/>
  <p:tag name="KSO_WM_TAG_VERSION" val="3.0"/>
  <p:tag name="KSO_WM_UNIT_TYPE" val="i"/>
  <p:tag name="KSO_WM_UNIT_INDEX" val="2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TYPE" val="a"/>
  <p:tag name="KSO_WM_UNIT_INDEX" val="1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f*4"/>
  <p:tag name="KSO_WM_UNIT_LAYERLEVEL" val="1"/>
  <p:tag name="KSO_WM_TAG_VERSION" val="3.0"/>
  <p:tag name="KSO_WM_BEAUTIFY_FLAG" val="#wm#"/>
  <p:tag name="KSO_WM_UNIT_SUBTYPE" val="b"/>
  <p:tag name="KSO_WM_UNIT_PRESET_TEXT" val="署名占位符"/>
  <p:tag name="KSO_WM_UNIT_NOCLEAR" val="0"/>
  <p:tag name="KSO_WM_UNIT_VALUE" val="8"/>
  <p:tag name="KSO_WM_UNIT_TYPE" val="f"/>
  <p:tag name="KSO_WM_UNIT_INDEX" val="4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3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3*i*1"/>
  <p:tag name="KSO_WM_UNIT_LAYERLEVEL" val="1"/>
  <p:tag name="KSO_WM_TAG_VERSION" val="3.0"/>
  <p:tag name="KSO_WM_UNIT_TYPE" val="i"/>
  <p:tag name="KSO_WM_UNIT_INDEX" val="1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</p:tagLst>
</file>

<file path=ppt/tags/tag15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3*i*2"/>
  <p:tag name="KSO_WM_UNIT_LAYERLEVEL" val="1"/>
  <p:tag name="KSO_WM_TAG_VERSION" val="3.0"/>
  <p:tag name="KSO_WM_UNIT_TYPE" val="i"/>
  <p:tag name="KSO_WM_UNIT_INDEX" val="2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19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4*i*1"/>
  <p:tag name="KSO_WM_UNIT_LAYERLEVEL" val="1"/>
  <p:tag name="KSO_WM_TAG_VERSION" val="3.0"/>
  <p:tag name="KSO_WM_UNIT_TYPE" val="i"/>
  <p:tag name="KSO_WM_UNIT_INDEX" val="1"/>
</p:tagLst>
</file>

<file path=ppt/tags/tag20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4*i*1"/>
  <p:tag name="KSO_WM_UNIT_LAYERLEVEL" val="1"/>
  <p:tag name="KSO_WM_TAG_VERSION" val="3.0"/>
  <p:tag name="KSO_WM_UNIT_TYPE" val="i"/>
  <p:tag name="KSO_WM_UNIT_INDEX" val="1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14"/>
  <p:tag name="KSO_WM_UNIT_TYPE" val="a"/>
  <p:tag name="KSO_WM_UNIT_INDEX" val="1"/>
</p:tagLst>
</file>

<file path=ppt/tags/tag22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ID" val="_4*e*1"/>
  <p:tag name="KSO_WM_UNIT_LAYERLEVEL" val="1"/>
  <p:tag name="KSO_WM_TAG_VERSION" val="3.0"/>
  <p:tag name="KSO_WM_BEAUTIFY_FLAG" val="#wm#"/>
  <p:tag name="KSO_WM_UNIT_PRESET_TEXT" val="节编号"/>
  <p:tag name="KSO_WM_UNIT_NOCLEAR" val="0"/>
  <p:tag name="KSO_WM_UNIT_VALUE" val="13"/>
  <p:tag name="KSO_WM_UNIT_TYPE" val="e"/>
  <p:tag name="KSO_WM_UNIT_INDEX" val="1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60"/>
  <p:tag name="KSO_WM_UNIT_TYPE" val="f"/>
  <p:tag name="KSO_WM_UNIT_INDEX" val="1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f*2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60"/>
  <p:tag name="KSO_WM_UNIT_TYPE" val="f"/>
  <p:tag name="KSO_WM_UNIT_INDEX" val="2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a*1_1"/>
  <p:tag name="KSO_WM_UNIT_LAYERLEVEL" val="1_1"/>
  <p:tag name="KSO_WM_TAG_VERSION" val="3.0"/>
  <p:tag name="KSO_WM_BEAUTIFY_FLAG" val="#wm#"/>
  <p:tag name="KSO_WM_UNIT_PRESET_TEXT" val="单击此处编辑母版文本样式"/>
  <p:tag name="KSO_WM_UNIT_NOCLEAR" val="0"/>
  <p:tag name="KSO_WM_UNIT_TYPE" val="h_a"/>
  <p:tag name="KSO_WM_UNIT_INDEX" val="1_1"/>
  <p:tag name="KSO_WM_UNIT_ISCONTENTSTITLE" val="0"/>
  <p:tag name="KSO_WM_UNIT_ISNUMDGMTITLE" val="0"/>
  <p:tag name="KSO_WM_UNIT_VALUE" val="19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f*1_1"/>
  <p:tag name="KSO_WM_UNIT_LAYERLEVEL" val="1_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TYPE" val="h_f"/>
  <p:tag name="KSO_WM_UNIT_INDEX" val="1_1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a*2_1"/>
  <p:tag name="KSO_WM_UNIT_LAYERLEVEL" val="1_1"/>
  <p:tag name="KSO_WM_TAG_VERSION" val="3.0"/>
  <p:tag name="KSO_WM_BEAUTIFY_FLAG" val="#wm#"/>
  <p:tag name="KSO_WM_UNIT_PRESET_TEXT" val="单击此处编辑母版文本样式"/>
  <p:tag name="KSO_WM_UNIT_NOCLEAR" val="0"/>
  <p:tag name="KSO_WM_UNIT_TYPE" val="h_a"/>
  <p:tag name="KSO_WM_UNIT_INDEX" val="2_1"/>
  <p:tag name="KSO_WM_UNIT_ISCONTENTSTITLE" val="0"/>
  <p:tag name="KSO_WM_UNIT_ISNUMDGMTITLE" val="0"/>
  <p:tag name="KSO_WM_UNIT_VALUE" val="19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f*2_1"/>
  <p:tag name="KSO_WM_UNIT_LAYERLEVEL" val="1_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TYPE" val="h_f"/>
  <p:tag name="KSO_WM_UNIT_INDEX" val="2_1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96"/>
  <p:tag name="KSO_WM_UNIT_TYPE" val="f"/>
  <p:tag name="KSO_WM_UNIT_INDEX" val="1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b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副标题样式"/>
  <p:tag name="KSO_WM_UNIT_NOCLEAR" val="0"/>
  <p:tag name="KSO_WM_UNIT_VALUE" val="40"/>
  <p:tag name="KSO_WM_UNIT_TYPE" val="b"/>
  <p:tag name="KSO_WM_UNIT_INDEX" val="1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  <p:tag name="KSO_WM_UNIT_VALUE" val="29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57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1*i*2"/>
  <p:tag name="KSO_WM_UNIT_LAYERLEVEL" val="1"/>
  <p:tag name="KSO_WM_TAG_VERSION" val="3.0"/>
  <p:tag name="KSO_WM_UNIT_TYPE" val="i"/>
  <p:tag name="KSO_WM_UNIT_INDEX" val="2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TYPE" val="a"/>
  <p:tag name="KSO_WM_UNIT_INDEX" val="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  <p:tag name="KSO_WM_UNIT_NOCLEAR" val="0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f*5"/>
  <p:tag name="KSO_WM_UNIT_LAYERLEVEL" val="1"/>
  <p:tag name="KSO_WM_TAG_VERSION" val="3.0"/>
  <p:tag name="KSO_WM_BEAUTIFY_FLAG" val="#wm#"/>
  <p:tag name="KSO_WM_UNIT_SUBTYPE" val="b"/>
  <p:tag name="KSO_WM_UNIT_PRESET_TEXT" val="署名占位符"/>
  <p:tag name="KSO_WM_UNIT_NOCLEAR" val="0"/>
  <p:tag name="KSO_WM_UNIT_VALUE" val="8"/>
  <p:tag name="KSO_WM_UNIT_TYPE" val="f"/>
  <p:tag name="KSO_WM_UNIT_INDEX" val="5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a*1"/>
  <p:tag name="KSO_WM_UNIT_LAYERLEVEL" val="1"/>
  <p:tag name="KSO_WM_TAG_VERSION" val="1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  <p:tag name="KSO_WM_TEMPLATE_CATEGORY" val="custom"/>
  <p:tag name="KSO_WM_TEMPLATE_INDEX" val="20230980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f*1"/>
  <p:tag name="KSO_WM_UNIT_LAYERLEVEL" val="1"/>
  <p:tag name="KSO_WM_TAG_VERSION" val="1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40"/>
  <p:tag name="KSO_WM_UNIT_TYPE" val="f"/>
  <p:tag name="KSO_WM_UNIT_INDEX" val="1"/>
  <p:tag name="KSO_WM_TEMPLATE_CATEGORY" val="custom"/>
  <p:tag name="KSO_WM_TEMPLATE_INDEX" val="20230980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68.xml><?xml version="1.0" encoding="utf-8"?>
<p:tagLst xmlns:p="http://schemas.openxmlformats.org/presentationml/2006/main">
  <p:tag name="KSO_WM_TEMPLATE_SUBCATEGORY" val="29"/>
  <p:tag name="KSO_WM_TEMPLATE_MASTER_TYPE" val="0"/>
  <p:tag name="KSO_WM_TEMPLATE_COLOR_TYPE" val="0"/>
  <p:tag name="KSO_WM_TAG_VERSION" val="3.0"/>
  <p:tag name="KSO_WM_BEAUTIFY_FLAG" val="#wm#"/>
  <p:tag name="KSO_WM_TEMPLATE_CATEGORY" val="custom"/>
  <p:tag name="KSO_WM_TEMPLATE_INDEX" val="20230980"/>
  <p:tag name="KSO_WM_TEMPLATE_THUMBS_INDEX" val="1、9"/>
</p:tagLst>
</file>

<file path=ppt/tags/tag6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0980_1*a*1"/>
  <p:tag name="KSO_WM_TEMPLATE_CATEGORY" val="custom"/>
  <p:tag name="KSO_WM_TEMPLATE_INDEX" val="20230980"/>
  <p:tag name="KSO_WM_UNIT_LAYERLEVEL" val="1"/>
  <p:tag name="KSO_WM_TAG_VERSION" val="3.0"/>
  <p:tag name="KSO_WM_BEAUTIFY_FLAG" val="#wm#"/>
  <p:tag name="KSO_WM_UNIT_PRESET_TEXT" val="添加文档标题"/>
  <p:tag name="KSO_WM_UNIT_TEXT_TYPE" val="1"/>
</p:tagLst>
</file>

<file path=ppt/tags/tag70.xml><?xml version="1.0" encoding="utf-8"?>
<p:tagLst xmlns:p="http://schemas.openxmlformats.org/presentationml/2006/main">
  <p:tag name="KSO_WM_UNIT_SUBTYPE" val="b"/>
  <p:tag name="KSO_WM_UNIT_NOCLEAR" val="0"/>
  <p:tag name="KSO_WM_UNIT_VALUE" val="22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custom20230980_1*f*1"/>
  <p:tag name="KSO_WM_TEMPLATE_CATEGORY" val="custom"/>
  <p:tag name="KSO_WM_TEMPLATE_INDEX" val="20230980"/>
  <p:tag name="KSO_WM_UNIT_LAYERLEVEL" val="1"/>
  <p:tag name="KSO_WM_TAG_VERSION" val="3.0"/>
  <p:tag name="KSO_WM_BEAUTIFY_FLAG" val="#wm#"/>
</p:tagLst>
</file>

<file path=ppt/tags/tag71.xml><?xml version="1.0" encoding="utf-8"?>
<p:tagLst xmlns:p="http://schemas.openxmlformats.org/presentationml/2006/main">
  <p:tag name="KSO_WM_SLIDE_ID" val="custom20230980_1"/>
  <p:tag name="KSO_WM_TEMPLATE_SUBCATEGORY" val="29"/>
  <p:tag name="KSO_WM_TEMPLATE_MASTER_TYPE" val="0"/>
  <p:tag name="KSO_WM_TEMPLATE_COLOR_TYPE" val="0"/>
  <p:tag name="KSO_WM_SLIDE_ITEM_CNT" val="0"/>
  <p:tag name="KSO_WM_SLIDE_INDEX" val="1"/>
  <p:tag name="KSO_WM_TAG_VERSION" val="3.0"/>
  <p:tag name="KSO_WM_BEAUTIFY_FLAG" val="#wm#"/>
  <p:tag name="KSO_WM_TEMPLATE_CATEGORY" val="custom"/>
  <p:tag name="KSO_WM_TEMPLATE_INDEX" val="20230980"/>
  <p:tag name="KSO_WM_SLIDE_LAYOUT" val="a_f"/>
  <p:tag name="KSO_WM_SLIDE_LAYOUT_CNT" val="1_1"/>
  <p:tag name="KSO_WM_SLIDE_TYPE" val="title"/>
  <p:tag name="KSO_WM_SLIDE_SUBTYPE" val="pureTxt"/>
  <p:tag name="KSO_WM_TEMPLATE_THUMBS_INDEX" val="1、9"/>
  <p:tag name="KSO_WM_SLIDE_THEME_ID" val="3312567"/>
  <p:tag name="KSO_WM_SLIDE_THEME_NAME" val="紫色业绩汇报办公插画主题模板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TYPE" val="a"/>
  <p:tag name="KSO_WM_UNIT_INDEX" val="1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f*4"/>
  <p:tag name="KSO_WM_UNIT_LAYERLEVEL" val="1"/>
  <p:tag name="KSO_WM_TAG_VERSION" val="3.0"/>
  <p:tag name="KSO_WM_BEAUTIFY_FLAG" val="#wm#"/>
  <p:tag name="KSO_WM_UNIT_SUBTYPE" val="b"/>
  <p:tag name="KSO_WM_UNIT_PRESET_TEXT" val="署名占位符"/>
  <p:tag name="KSO_WM_UNIT_NOCLEAR" val="0"/>
  <p:tag name="KSO_WM_UNIT_VALUE" val="8"/>
  <p:tag name="KSO_WM_UNIT_TYPE" val="f"/>
  <p:tag name="KSO_WM_UNIT_INDEX" val="4"/>
</p:tagLst>
</file>

<file path=ppt/tags/tag74.xml><?xml version="1.0" encoding="utf-8"?>
<p:tagLst xmlns:p="http://schemas.openxmlformats.org/presentationml/2006/main">
  <p:tag name="KSO_WM_BEAUTIFY_FLAG" val="#wm#"/>
  <p:tag name="KSO_WM_TEMPLATE_CATEGORY" val="custom"/>
  <p:tag name="KSO_WM_TEMPLATE_INDEX" val="20230980"/>
</p:tagLst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自定义 115">
      <a:dk1>
        <a:srgbClr val="000000"/>
      </a:dk1>
      <a:lt1>
        <a:srgbClr val="FFFFFF"/>
      </a:lt1>
      <a:dk2>
        <a:srgbClr val="43435B"/>
      </a:dk2>
      <a:lt2>
        <a:srgbClr val="EBE9F7"/>
      </a:lt2>
      <a:accent1>
        <a:srgbClr val="5C52BA"/>
      </a:accent1>
      <a:accent2>
        <a:srgbClr val="7C65A2"/>
      </a:accent2>
      <a:accent3>
        <a:srgbClr val="9C7889"/>
      </a:accent3>
      <a:accent4>
        <a:srgbClr val="BB8A71"/>
      </a:accent4>
      <a:accent5>
        <a:srgbClr val="DB9D58"/>
      </a:accent5>
      <a:accent6>
        <a:srgbClr val="FBB040"/>
      </a:accent6>
      <a:hlink>
        <a:srgbClr val="000000"/>
      </a:hlink>
      <a:folHlink>
        <a:srgbClr val="919191"/>
      </a:folHlink>
    </a:clrScheme>
    <a:fontScheme name="主题字体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lumMod val="75000"/>
          </a:schemeClr>
        </a:lnRef>
        <a:fillRef idx="1">
          <a:schemeClr val="accent1"/>
        </a:fillRef>
        <a:effectRef idx="0">
          <a:srgbClr val="FFFFFF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dirty="0" err="1" smtClean="0">
            <a:solidFill>
              <a:schemeClr val="accent1"/>
            </a:solidFill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</Words>
  <Application>WPS 演示</Application>
  <PresentationFormat/>
  <Paragraphs>10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4</vt:i4>
      </vt:variant>
    </vt:vector>
  </HeadingPairs>
  <TitlesOfParts>
    <vt:vector size="20" baseType="lpstr">
      <vt:lpstr>Arial</vt:lpstr>
      <vt:lpstr>宋体</vt:lpstr>
      <vt:lpstr>Wingdings</vt:lpstr>
      <vt:lpstr>Arial</vt:lpstr>
      <vt:lpstr>汉仪书宋二KW</vt:lpstr>
      <vt:lpstr>宋体</vt:lpstr>
      <vt:lpstr>微软雅黑</vt:lpstr>
      <vt:lpstr>汉仪旗黑</vt:lpstr>
      <vt:lpstr>Arial Unicode MS</vt:lpstr>
      <vt:lpstr>Calibri</vt:lpstr>
      <vt:lpstr>Helvetica Neue</vt:lpstr>
      <vt:lpstr>DejaVu Sans</vt:lpstr>
      <vt:lpstr>苹方-简</vt:lpstr>
      <vt:lpstr>微软雅黑</vt:lpstr>
      <vt:lpstr>Office</vt:lpstr>
      <vt:lpstr>Office 主题​​</vt:lpstr>
      <vt:lpstr>X-tools 示例</vt:lpstr>
      <vt:lpstr>PowerPoint 演示文稿</vt:lpstr>
      <vt:lpstr>添加文档标题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Curve</dc:title>
  <dc:creator/>
  <dc:description>This work is licensed under a Creative Commons 0 License.
It makes use of the works of kka_libo_design@ashisuto.co.jp.</dc:description>
  <cp:lastModifiedBy>萝卜</cp:lastModifiedBy>
  <cp:revision>3</cp:revision>
  <dcterms:created xsi:type="dcterms:W3CDTF">2026-01-14T13:06:00Z</dcterms:created>
  <dcterms:modified xsi:type="dcterms:W3CDTF">2026-01-14T13:06:00Z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0E1E24C8A2089AB3B8946769A8AFE286_42</vt:lpwstr>
  </property>
  <property fmtid="{D5CDD505-2E9C-101B-9397-08002B2CF9AE}" pid="3" name="KSOProductBuildVer">
    <vt:lpwstr>2052-12.1.24031.24031</vt:lpwstr>
  </property>
</Properties>
</file>